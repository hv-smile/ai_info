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y="5143500" cx="9144000"/>
  <p:notesSz cx="6858000" cy="9144000"/>
  <p:embeddedFontLst>
    <p:embeddedFont>
      <p:font typeface="Lato"/>
      <p:regular r:id="rId56"/>
      <p:bold r:id="rId57"/>
      <p:italic r:id="rId58"/>
      <p:boldItalic r:id="rId59"/>
    </p:embeddedFont>
    <p:embeddedFont>
      <p:font typeface="Urbanist ExtraLight"/>
      <p:regular r:id="rId60"/>
      <p:bold r:id="rId61"/>
      <p:italic r:id="rId62"/>
      <p:boldItalic r:id="rId63"/>
    </p:embeddedFont>
    <p:embeddedFont>
      <p:font typeface="Urbanist Medium"/>
      <p:regular r:id="rId64"/>
      <p:bold r:id="rId65"/>
      <p:italic r:id="rId66"/>
      <p:boldItalic r:id="rId67"/>
    </p:embeddedFont>
    <p:embeddedFont>
      <p:font typeface="Urbanist"/>
      <p:regular r:id="rId68"/>
      <p:bold r:id="rId69"/>
      <p:italic r:id="rId70"/>
      <p:boldItalic r:id="rId71"/>
    </p:embeddedFont>
    <p:embeddedFont>
      <p:font typeface="Helvetica Neue"/>
      <p:regular r:id="rId72"/>
      <p:bold r:id="rId73"/>
      <p:italic r:id="rId74"/>
      <p:boldItalic r:id="rId75"/>
    </p:embeddedFont>
    <p:embeddedFont>
      <p:font typeface="Urbanist ExtraBold"/>
      <p:bold r:id="rId76"/>
      <p:boldItalic r:id="rId77"/>
    </p:embeddedFont>
    <p:embeddedFont>
      <p:font typeface="Helvetica Neue Light"/>
      <p:regular r:id="rId78"/>
      <p:bold r:id="rId79"/>
      <p:italic r:id="rId80"/>
      <p:boldItalic r:id="rId8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HelveticaNeueLight-italic.fntdata"/><Relationship Id="rId81" Type="http://schemas.openxmlformats.org/officeDocument/2006/relationships/font" Target="fonts/HelveticaNeueLight-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HelveticaNeue-bold.fntdata"/><Relationship Id="rId72" Type="http://schemas.openxmlformats.org/officeDocument/2006/relationships/font" Target="fonts/HelveticaNeue-regular.fntdata"/><Relationship Id="rId31" Type="http://schemas.openxmlformats.org/officeDocument/2006/relationships/slide" Target="slides/slide26.xml"/><Relationship Id="rId75" Type="http://schemas.openxmlformats.org/officeDocument/2006/relationships/font" Target="fonts/HelveticaNeue-boldItalic.fntdata"/><Relationship Id="rId30" Type="http://schemas.openxmlformats.org/officeDocument/2006/relationships/slide" Target="slides/slide25.xml"/><Relationship Id="rId74" Type="http://schemas.openxmlformats.org/officeDocument/2006/relationships/font" Target="fonts/HelveticaNeue-italic.fntdata"/><Relationship Id="rId33" Type="http://schemas.openxmlformats.org/officeDocument/2006/relationships/slide" Target="slides/slide28.xml"/><Relationship Id="rId77" Type="http://schemas.openxmlformats.org/officeDocument/2006/relationships/font" Target="fonts/UrbanistExtraBold-boldItalic.fntdata"/><Relationship Id="rId32" Type="http://schemas.openxmlformats.org/officeDocument/2006/relationships/slide" Target="slides/slide27.xml"/><Relationship Id="rId76" Type="http://schemas.openxmlformats.org/officeDocument/2006/relationships/font" Target="fonts/UrbanistExtraBold-bold.fntdata"/><Relationship Id="rId35" Type="http://schemas.openxmlformats.org/officeDocument/2006/relationships/slide" Target="slides/slide30.xml"/><Relationship Id="rId79" Type="http://schemas.openxmlformats.org/officeDocument/2006/relationships/font" Target="fonts/HelveticaNeueLight-bold.fntdata"/><Relationship Id="rId34" Type="http://schemas.openxmlformats.org/officeDocument/2006/relationships/slide" Target="slides/slide29.xml"/><Relationship Id="rId78" Type="http://schemas.openxmlformats.org/officeDocument/2006/relationships/font" Target="fonts/HelveticaNeueLight-regular.fntdata"/><Relationship Id="rId71" Type="http://schemas.openxmlformats.org/officeDocument/2006/relationships/font" Target="fonts/Urbanist-boldItalic.fntdata"/><Relationship Id="rId70" Type="http://schemas.openxmlformats.org/officeDocument/2006/relationships/font" Target="fonts/Urbanist-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UrbanistExtraLight-italic.fntdata"/><Relationship Id="rId61" Type="http://schemas.openxmlformats.org/officeDocument/2006/relationships/font" Target="fonts/UrbanistExtraLight-bold.fntdata"/><Relationship Id="rId20" Type="http://schemas.openxmlformats.org/officeDocument/2006/relationships/slide" Target="slides/slide15.xml"/><Relationship Id="rId64" Type="http://schemas.openxmlformats.org/officeDocument/2006/relationships/font" Target="fonts/UrbanistMedium-regular.fntdata"/><Relationship Id="rId63" Type="http://schemas.openxmlformats.org/officeDocument/2006/relationships/font" Target="fonts/UrbanistExtraLight-boldItalic.fntdata"/><Relationship Id="rId22" Type="http://schemas.openxmlformats.org/officeDocument/2006/relationships/slide" Target="slides/slide17.xml"/><Relationship Id="rId66" Type="http://schemas.openxmlformats.org/officeDocument/2006/relationships/font" Target="fonts/UrbanistMedium-italic.fntdata"/><Relationship Id="rId21" Type="http://schemas.openxmlformats.org/officeDocument/2006/relationships/slide" Target="slides/slide16.xml"/><Relationship Id="rId65" Type="http://schemas.openxmlformats.org/officeDocument/2006/relationships/font" Target="fonts/UrbanistMedium-bold.fntdata"/><Relationship Id="rId24" Type="http://schemas.openxmlformats.org/officeDocument/2006/relationships/slide" Target="slides/slide19.xml"/><Relationship Id="rId68" Type="http://schemas.openxmlformats.org/officeDocument/2006/relationships/font" Target="fonts/Urbanist-regular.fntdata"/><Relationship Id="rId23" Type="http://schemas.openxmlformats.org/officeDocument/2006/relationships/slide" Target="slides/slide18.xml"/><Relationship Id="rId67" Type="http://schemas.openxmlformats.org/officeDocument/2006/relationships/font" Target="fonts/UrbanistMedium-boldItalic.fntdata"/><Relationship Id="rId60" Type="http://schemas.openxmlformats.org/officeDocument/2006/relationships/font" Target="fonts/UrbanistExtraLight-regular.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Urbanist-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Lato-bold.fntdata"/><Relationship Id="rId12" Type="http://schemas.openxmlformats.org/officeDocument/2006/relationships/slide" Target="slides/slide7.xml"/><Relationship Id="rId56" Type="http://schemas.openxmlformats.org/officeDocument/2006/relationships/font" Target="fonts/Lato-regular.fntdata"/><Relationship Id="rId15" Type="http://schemas.openxmlformats.org/officeDocument/2006/relationships/slide" Target="slides/slide10.xml"/><Relationship Id="rId59" Type="http://schemas.openxmlformats.org/officeDocument/2006/relationships/font" Target="fonts/Lato-boldItalic.fntdata"/><Relationship Id="rId14" Type="http://schemas.openxmlformats.org/officeDocument/2006/relationships/slide" Target="slides/slide9.xml"/><Relationship Id="rId58" Type="http://schemas.openxmlformats.org/officeDocument/2006/relationships/font" Target="fonts/Lato-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7440ab396e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2" name="Google Shape;62;g37440ab396e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7440ab396e_0_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9" name="Google Shape;69;g37440ab396e_0_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7440ab396e_0_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8" name="Google Shape;78;g37440ab396e_0_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7440ab396e_0_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5" name="Google Shape;85;g37440ab396e_0_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7440ab396e_0_5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2" name="Google Shape;92;g37440ab396e_0_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76164cad34_0_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9" name="Google Shape;99;g376164cad34_0_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76164cad34_0_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9" name="Google Shape;109;g376164cad34_0_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76164cad34_0_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16" name="Google Shape;116;g376164cad34_0_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76164cad34_0_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23" name="Google Shape;123;g376164cad34_0_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76164cad34_0_3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30" name="Google Shape;130;g376164cad34_0_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76164cad34_0_4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37" name="Google Shape;137;g376164cad34_0_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7440ab396e_0_1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1200"/>
              </a:spcBef>
              <a:spcAft>
                <a:spcPts val="1200"/>
              </a:spcAft>
              <a:buClr>
                <a:schemeClr val="dk1"/>
              </a:buClr>
              <a:buSzPts val="1100"/>
              <a:buFont typeface="Arial"/>
              <a:buNone/>
            </a:pPr>
            <a:r>
              <a:t/>
            </a:r>
            <a:endParaRPr/>
          </a:p>
        </p:txBody>
      </p:sp>
      <p:sp>
        <p:nvSpPr>
          <p:cNvPr id="144" name="Google Shape;144;g37440ab396e_0_1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76164cad34_0_7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53" name="Google Shape;153;g376164cad34_0_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76164cad34_0_7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60" name="Google Shape;160;g376164cad34_0_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76164cad34_0_8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1200"/>
              </a:spcBef>
              <a:spcAft>
                <a:spcPts val="1200"/>
              </a:spcAft>
              <a:buClr>
                <a:schemeClr val="dk1"/>
              </a:buClr>
              <a:buSzPts val="1100"/>
              <a:buFont typeface="Arial"/>
              <a:buNone/>
            </a:pPr>
            <a:r>
              <a:t/>
            </a:r>
            <a:endParaRPr/>
          </a:p>
        </p:txBody>
      </p:sp>
      <p:sp>
        <p:nvSpPr>
          <p:cNvPr id="167" name="Google Shape;167;g376164cad34_0_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76164cad34_0_9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76" name="Google Shape;176;g376164cad34_0_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76164cad34_0_9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83" name="Google Shape;183;g376164cad34_0_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76164cad34_0_10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90" name="Google Shape;190;g376164cad34_0_1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76164cad34_0_1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97" name="Google Shape;197;g376164cad34_0_1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76164cad34_0_1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05" name="Google Shape;205;g376164cad34_0_1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745a874859_0_16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12" name="Google Shape;212;g3745a874859_0_1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76164cad34_0_2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19" name="Google Shape;219;g376164cad34_0_2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76164cad34_0_2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26" name="Google Shape;226;g376164cad34_0_2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76164cad34_0_23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33" name="Google Shape;233;g376164cad34_0_2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76164cad34_0_24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40" name="Google Shape;240;g376164cad34_0_2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76164cad34_0_25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47" name="Google Shape;247;g376164cad34_0_2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76164cad34_0_26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54" name="Google Shape;254;g376164cad34_0_2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745a874859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65" name="Google Shape;265;g3745a874859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745a874859_0_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72" name="Google Shape;272;g3745a874859_0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76164cad34_0_2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79" name="Google Shape;279;g376164cad34_0_2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745a874859_0_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86" name="Google Shape;286;g3745a874859_0_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745a874859_0_4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94" name="Google Shape;294;g3745a874859_0_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745a874859_0_4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01" name="Google Shape;301;g3745a874859_0_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745a874859_0_5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09" name="Google Shape;309;g3745a874859_0_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745a874859_0_6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17" name="Google Shape;317;g3745a874859_0_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745a874859_0_7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25" name="Google Shape;325;g3745a874859_0_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745a874859_0_8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33" name="Google Shape;333;g3745a874859_0_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745a874859_0_25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40" name="Google Shape;340;g3745a874859_0_2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745df95fa9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47" name="Google Shape;347;g3745df95fa9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745df95fa9_0_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54" name="Google Shape;354;g3745df95fa9_0_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745df95fa9_0_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61" name="Google Shape;361;g3745df95fa9_0_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745df95fa9_0_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68" name="Google Shape;368;g3745df95fa9_0_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745df95fa9_0_3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76" name="Google Shape;376;g3745df95fa9_0_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745df95fa9_0_4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83" name="Google Shape;383;g3745df95fa9_0_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745df95fa9_0_4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90" name="Google Shape;390;g3745df95fa9_0_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745df95fa9_0_5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97" name="Google Shape;397;g3745df95fa9_0_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745df95fa9_0_5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04" name="Google Shape;404;g3745df95fa9_0_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745df95fa9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745df95fa9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745df95fa9_0_13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17" name="Google Shape;417;g3745df95fa9_0_1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745df95fa9_0_14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76" name="Google Shape;476;g3745df95fa9_0_1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
  <p:cSld name="TITLE_AND_BODY_1">
    <p:spTree>
      <p:nvGrpSpPr>
        <p:cNvPr id="50" name="Shape 50"/>
        <p:cNvGrpSpPr/>
        <p:nvPr/>
      </p:nvGrpSpPr>
      <p:grpSpPr>
        <a:xfrm>
          <a:off x="0" y="0"/>
          <a:ext cx="0" cy="0"/>
          <a:chOff x="0" y="0"/>
          <a:chExt cx="0" cy="0"/>
        </a:xfrm>
      </p:grpSpPr>
      <p:sp>
        <p:nvSpPr>
          <p:cNvPr id="51" name="Google Shape;51;p13"/>
          <p:cNvSpPr txBox="1"/>
          <p:nvPr>
            <p:ph idx="12" type="sldNum"/>
          </p:nvPr>
        </p:nvSpPr>
        <p:spPr>
          <a:xfrm>
            <a:off x="8812749" y="228953"/>
            <a:ext cx="272400" cy="284700"/>
          </a:xfrm>
          <a:prstGeom prst="rect">
            <a:avLst/>
          </a:prstGeom>
          <a:noFill/>
          <a:ln>
            <a:noFill/>
          </a:ln>
        </p:spPr>
        <p:txBody>
          <a:bodyPr anchorCtr="0" anchor="t" bIns="34275" lIns="34275" spcFirstLastPara="1" rIns="34275" wrap="square" tIns="34275">
            <a:spAutoFit/>
          </a:bodyPr>
          <a:lstStyle>
            <a:lvl1pPr indent="0" lvl="0" marL="0" marR="0" algn="l">
              <a:lnSpc>
                <a:spcPct val="100000"/>
              </a:lnSpc>
              <a:spcBef>
                <a:spcPts val="0"/>
              </a:spcBef>
              <a:spcAft>
                <a:spcPts val="0"/>
              </a:spcAft>
              <a:buClr>
                <a:srgbClr val="737572"/>
              </a:buClr>
              <a:buSzPts val="1400"/>
              <a:buFont typeface="Lato"/>
              <a:buNone/>
              <a:defRPr b="0" i="0" sz="1400" u="none" cap="none" strike="noStrike">
                <a:solidFill>
                  <a:srgbClr val="737572"/>
                </a:solidFill>
                <a:latin typeface="Lato"/>
                <a:ea typeface="Lato"/>
                <a:cs typeface="Lato"/>
                <a:sym typeface="Lato"/>
              </a:defRPr>
            </a:lvl1pPr>
            <a:lvl2pPr indent="0" lvl="1" marL="0" marR="0" algn="l">
              <a:lnSpc>
                <a:spcPct val="100000"/>
              </a:lnSpc>
              <a:spcBef>
                <a:spcPts val="0"/>
              </a:spcBef>
              <a:spcAft>
                <a:spcPts val="0"/>
              </a:spcAft>
              <a:buClr>
                <a:srgbClr val="737572"/>
              </a:buClr>
              <a:buSzPts val="1400"/>
              <a:buFont typeface="Lato"/>
              <a:buNone/>
              <a:defRPr b="0" i="0" sz="1400" u="none" cap="none" strike="noStrike">
                <a:solidFill>
                  <a:srgbClr val="737572"/>
                </a:solidFill>
                <a:latin typeface="Lato"/>
                <a:ea typeface="Lato"/>
                <a:cs typeface="Lato"/>
                <a:sym typeface="Lato"/>
              </a:defRPr>
            </a:lvl2pPr>
            <a:lvl3pPr indent="0" lvl="2" marL="0" marR="0" algn="l">
              <a:lnSpc>
                <a:spcPct val="100000"/>
              </a:lnSpc>
              <a:spcBef>
                <a:spcPts val="0"/>
              </a:spcBef>
              <a:spcAft>
                <a:spcPts val="0"/>
              </a:spcAft>
              <a:buClr>
                <a:srgbClr val="737572"/>
              </a:buClr>
              <a:buSzPts val="1400"/>
              <a:buFont typeface="Lato"/>
              <a:buNone/>
              <a:defRPr b="0" i="0" sz="1400" u="none" cap="none" strike="noStrike">
                <a:solidFill>
                  <a:srgbClr val="737572"/>
                </a:solidFill>
                <a:latin typeface="Lato"/>
                <a:ea typeface="Lato"/>
                <a:cs typeface="Lato"/>
                <a:sym typeface="Lato"/>
              </a:defRPr>
            </a:lvl3pPr>
            <a:lvl4pPr indent="0" lvl="3" marL="0" marR="0" algn="l">
              <a:lnSpc>
                <a:spcPct val="100000"/>
              </a:lnSpc>
              <a:spcBef>
                <a:spcPts val="0"/>
              </a:spcBef>
              <a:spcAft>
                <a:spcPts val="0"/>
              </a:spcAft>
              <a:buClr>
                <a:srgbClr val="737572"/>
              </a:buClr>
              <a:buSzPts val="1400"/>
              <a:buFont typeface="Lato"/>
              <a:buNone/>
              <a:defRPr b="0" i="0" sz="1400" u="none" cap="none" strike="noStrike">
                <a:solidFill>
                  <a:srgbClr val="737572"/>
                </a:solidFill>
                <a:latin typeface="Lato"/>
                <a:ea typeface="Lato"/>
                <a:cs typeface="Lato"/>
                <a:sym typeface="Lato"/>
              </a:defRPr>
            </a:lvl4pPr>
            <a:lvl5pPr indent="0" lvl="4" marL="0" marR="0" algn="l">
              <a:lnSpc>
                <a:spcPct val="100000"/>
              </a:lnSpc>
              <a:spcBef>
                <a:spcPts val="0"/>
              </a:spcBef>
              <a:spcAft>
                <a:spcPts val="0"/>
              </a:spcAft>
              <a:buClr>
                <a:srgbClr val="737572"/>
              </a:buClr>
              <a:buSzPts val="1400"/>
              <a:buFont typeface="Lato"/>
              <a:buNone/>
              <a:defRPr b="0" i="0" sz="1400" u="none" cap="none" strike="noStrike">
                <a:solidFill>
                  <a:srgbClr val="737572"/>
                </a:solidFill>
                <a:latin typeface="Lato"/>
                <a:ea typeface="Lato"/>
                <a:cs typeface="Lato"/>
                <a:sym typeface="Lato"/>
              </a:defRPr>
            </a:lvl5pPr>
            <a:lvl6pPr indent="0" lvl="5" marL="0" marR="0" algn="l">
              <a:lnSpc>
                <a:spcPct val="100000"/>
              </a:lnSpc>
              <a:spcBef>
                <a:spcPts val="0"/>
              </a:spcBef>
              <a:spcAft>
                <a:spcPts val="0"/>
              </a:spcAft>
              <a:buClr>
                <a:srgbClr val="737572"/>
              </a:buClr>
              <a:buSzPts val="1400"/>
              <a:buFont typeface="Lato"/>
              <a:buNone/>
              <a:defRPr b="0" i="0" sz="1400" u="none" cap="none" strike="noStrike">
                <a:solidFill>
                  <a:srgbClr val="737572"/>
                </a:solidFill>
                <a:latin typeface="Lato"/>
                <a:ea typeface="Lato"/>
                <a:cs typeface="Lato"/>
                <a:sym typeface="Lato"/>
              </a:defRPr>
            </a:lvl6pPr>
            <a:lvl7pPr indent="0" lvl="6" marL="0" marR="0" algn="l">
              <a:lnSpc>
                <a:spcPct val="100000"/>
              </a:lnSpc>
              <a:spcBef>
                <a:spcPts val="0"/>
              </a:spcBef>
              <a:spcAft>
                <a:spcPts val="0"/>
              </a:spcAft>
              <a:buClr>
                <a:srgbClr val="737572"/>
              </a:buClr>
              <a:buSzPts val="1400"/>
              <a:buFont typeface="Lato"/>
              <a:buNone/>
              <a:defRPr b="0" i="0" sz="1400" u="none" cap="none" strike="noStrike">
                <a:solidFill>
                  <a:srgbClr val="737572"/>
                </a:solidFill>
                <a:latin typeface="Lato"/>
                <a:ea typeface="Lato"/>
                <a:cs typeface="Lato"/>
                <a:sym typeface="Lato"/>
              </a:defRPr>
            </a:lvl7pPr>
            <a:lvl8pPr indent="0" lvl="7" marL="0" marR="0" algn="l">
              <a:lnSpc>
                <a:spcPct val="100000"/>
              </a:lnSpc>
              <a:spcBef>
                <a:spcPts val="0"/>
              </a:spcBef>
              <a:spcAft>
                <a:spcPts val="0"/>
              </a:spcAft>
              <a:buClr>
                <a:srgbClr val="737572"/>
              </a:buClr>
              <a:buSzPts val="1400"/>
              <a:buFont typeface="Lato"/>
              <a:buNone/>
              <a:defRPr b="0" i="0" sz="1400" u="none" cap="none" strike="noStrike">
                <a:solidFill>
                  <a:srgbClr val="737572"/>
                </a:solidFill>
                <a:latin typeface="Lato"/>
                <a:ea typeface="Lato"/>
                <a:cs typeface="Lato"/>
                <a:sym typeface="Lato"/>
              </a:defRPr>
            </a:lvl8pPr>
            <a:lvl9pPr indent="0" lvl="8" marL="0" marR="0" algn="l">
              <a:lnSpc>
                <a:spcPct val="100000"/>
              </a:lnSpc>
              <a:spcBef>
                <a:spcPts val="0"/>
              </a:spcBef>
              <a:spcAft>
                <a:spcPts val="0"/>
              </a:spcAft>
              <a:buClr>
                <a:srgbClr val="737572"/>
              </a:buClr>
              <a:buSzPts val="1400"/>
              <a:buFont typeface="Lato"/>
              <a:buNone/>
              <a:defRPr b="0" i="0" sz="1400" u="none" cap="none" strike="noStrike">
                <a:solidFill>
                  <a:srgbClr val="737572"/>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ru"/>
              <a:t>‹#›</a:t>
            </a:fld>
            <a:endParaRPr/>
          </a:p>
        </p:txBody>
      </p:sp>
      <p:sp>
        <p:nvSpPr>
          <p:cNvPr id="52" name="Google Shape;52;p13"/>
          <p:cNvSpPr/>
          <p:nvPr>
            <p:ph idx="2" type="pic"/>
          </p:nvPr>
        </p:nvSpPr>
        <p:spPr>
          <a:xfrm>
            <a:off x="-101360" y="-97971"/>
            <a:ext cx="9349200" cy="533940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Fill Image">
  <p:cSld name="3_Fill Image">
    <p:spTree>
      <p:nvGrpSpPr>
        <p:cNvPr id="53" name="Shape 53"/>
        <p:cNvGrpSpPr/>
        <p:nvPr/>
      </p:nvGrpSpPr>
      <p:grpSpPr>
        <a:xfrm>
          <a:off x="0" y="0"/>
          <a:ext cx="0" cy="0"/>
          <a:chOff x="0" y="0"/>
          <a:chExt cx="0" cy="0"/>
        </a:xfrm>
      </p:grpSpPr>
      <p:sp>
        <p:nvSpPr>
          <p:cNvPr id="54" name="Google Shape;54;p14"/>
          <p:cNvSpPr/>
          <p:nvPr>
            <p:ph idx="2" type="pic"/>
          </p:nvPr>
        </p:nvSpPr>
        <p:spPr>
          <a:xfrm>
            <a:off x="-114299" y="-107768"/>
            <a:ext cx="4687500" cy="5359200"/>
          </a:xfrm>
          <a:prstGeom prst="rect">
            <a:avLst/>
          </a:prstGeom>
          <a:noFill/>
          <a:ln>
            <a:noFill/>
          </a:ln>
        </p:spPr>
      </p:sp>
      <p:sp>
        <p:nvSpPr>
          <p:cNvPr id="55" name="Google Shape;55;p14"/>
          <p:cNvSpPr txBox="1"/>
          <p:nvPr>
            <p:ph idx="12" type="sldNum"/>
          </p:nvPr>
        </p:nvSpPr>
        <p:spPr>
          <a:xfrm>
            <a:off x="4419679" y="4556892"/>
            <a:ext cx="2132400" cy="157800"/>
          </a:xfrm>
          <a:prstGeom prst="rect">
            <a:avLst/>
          </a:prstGeom>
          <a:noFill/>
          <a:ln>
            <a:noFill/>
          </a:ln>
        </p:spPr>
        <p:txBody>
          <a:bodyPr anchorCtr="0" anchor="ctr" bIns="17150" lIns="17150" spcFirstLastPara="1" rIns="17150" wrap="square" tIns="17150">
            <a:spAutoFit/>
          </a:bodyPr>
          <a:lstStyle>
            <a:lvl1pPr indent="0" lvl="0" marL="0" marR="0" algn="r">
              <a:lnSpc>
                <a:spcPct val="100000"/>
              </a:lnSpc>
              <a:spcBef>
                <a:spcPts val="0"/>
              </a:spcBef>
              <a:spcAft>
                <a:spcPts val="0"/>
              </a:spcAft>
              <a:buClr>
                <a:srgbClr val="B9B9B9"/>
              </a:buClr>
              <a:buSzPts val="800"/>
              <a:buFont typeface="Calibri"/>
              <a:buNone/>
              <a:defRPr b="0" i="0" sz="800" u="none" cap="none" strike="noStrike">
                <a:solidFill>
                  <a:srgbClr val="B9B9B9"/>
                </a:solidFill>
                <a:latin typeface="Calibri"/>
                <a:ea typeface="Calibri"/>
                <a:cs typeface="Calibri"/>
                <a:sym typeface="Calibri"/>
              </a:defRPr>
            </a:lvl1pPr>
            <a:lvl2pPr indent="0" lvl="1" marL="0" marR="0" algn="r">
              <a:lnSpc>
                <a:spcPct val="100000"/>
              </a:lnSpc>
              <a:spcBef>
                <a:spcPts val="0"/>
              </a:spcBef>
              <a:spcAft>
                <a:spcPts val="0"/>
              </a:spcAft>
              <a:buClr>
                <a:srgbClr val="B9B9B9"/>
              </a:buClr>
              <a:buSzPts val="800"/>
              <a:buFont typeface="Calibri"/>
              <a:buNone/>
              <a:defRPr b="0" i="0" sz="800" u="none" cap="none" strike="noStrike">
                <a:solidFill>
                  <a:srgbClr val="B9B9B9"/>
                </a:solidFill>
                <a:latin typeface="Calibri"/>
                <a:ea typeface="Calibri"/>
                <a:cs typeface="Calibri"/>
                <a:sym typeface="Calibri"/>
              </a:defRPr>
            </a:lvl2pPr>
            <a:lvl3pPr indent="0" lvl="2" marL="0" marR="0" algn="r">
              <a:lnSpc>
                <a:spcPct val="100000"/>
              </a:lnSpc>
              <a:spcBef>
                <a:spcPts val="0"/>
              </a:spcBef>
              <a:spcAft>
                <a:spcPts val="0"/>
              </a:spcAft>
              <a:buClr>
                <a:srgbClr val="B9B9B9"/>
              </a:buClr>
              <a:buSzPts val="800"/>
              <a:buFont typeface="Calibri"/>
              <a:buNone/>
              <a:defRPr b="0" i="0" sz="800" u="none" cap="none" strike="noStrike">
                <a:solidFill>
                  <a:srgbClr val="B9B9B9"/>
                </a:solidFill>
                <a:latin typeface="Calibri"/>
                <a:ea typeface="Calibri"/>
                <a:cs typeface="Calibri"/>
                <a:sym typeface="Calibri"/>
              </a:defRPr>
            </a:lvl3pPr>
            <a:lvl4pPr indent="0" lvl="3" marL="0" marR="0" algn="r">
              <a:lnSpc>
                <a:spcPct val="100000"/>
              </a:lnSpc>
              <a:spcBef>
                <a:spcPts val="0"/>
              </a:spcBef>
              <a:spcAft>
                <a:spcPts val="0"/>
              </a:spcAft>
              <a:buClr>
                <a:srgbClr val="B9B9B9"/>
              </a:buClr>
              <a:buSzPts val="800"/>
              <a:buFont typeface="Calibri"/>
              <a:buNone/>
              <a:defRPr b="0" i="0" sz="800" u="none" cap="none" strike="noStrike">
                <a:solidFill>
                  <a:srgbClr val="B9B9B9"/>
                </a:solidFill>
                <a:latin typeface="Calibri"/>
                <a:ea typeface="Calibri"/>
                <a:cs typeface="Calibri"/>
                <a:sym typeface="Calibri"/>
              </a:defRPr>
            </a:lvl4pPr>
            <a:lvl5pPr indent="0" lvl="4" marL="0" marR="0" algn="r">
              <a:lnSpc>
                <a:spcPct val="100000"/>
              </a:lnSpc>
              <a:spcBef>
                <a:spcPts val="0"/>
              </a:spcBef>
              <a:spcAft>
                <a:spcPts val="0"/>
              </a:spcAft>
              <a:buClr>
                <a:srgbClr val="B9B9B9"/>
              </a:buClr>
              <a:buSzPts val="800"/>
              <a:buFont typeface="Calibri"/>
              <a:buNone/>
              <a:defRPr b="0" i="0" sz="800" u="none" cap="none" strike="noStrike">
                <a:solidFill>
                  <a:srgbClr val="B9B9B9"/>
                </a:solidFill>
                <a:latin typeface="Calibri"/>
                <a:ea typeface="Calibri"/>
                <a:cs typeface="Calibri"/>
                <a:sym typeface="Calibri"/>
              </a:defRPr>
            </a:lvl5pPr>
            <a:lvl6pPr indent="0" lvl="5" marL="0" marR="0" algn="r">
              <a:lnSpc>
                <a:spcPct val="100000"/>
              </a:lnSpc>
              <a:spcBef>
                <a:spcPts val="0"/>
              </a:spcBef>
              <a:spcAft>
                <a:spcPts val="0"/>
              </a:spcAft>
              <a:buClr>
                <a:srgbClr val="B9B9B9"/>
              </a:buClr>
              <a:buSzPts val="800"/>
              <a:buFont typeface="Calibri"/>
              <a:buNone/>
              <a:defRPr b="0" i="0" sz="800" u="none" cap="none" strike="noStrike">
                <a:solidFill>
                  <a:srgbClr val="B9B9B9"/>
                </a:solidFill>
                <a:latin typeface="Calibri"/>
                <a:ea typeface="Calibri"/>
                <a:cs typeface="Calibri"/>
                <a:sym typeface="Calibri"/>
              </a:defRPr>
            </a:lvl6pPr>
            <a:lvl7pPr indent="0" lvl="6" marL="0" marR="0" algn="r">
              <a:lnSpc>
                <a:spcPct val="100000"/>
              </a:lnSpc>
              <a:spcBef>
                <a:spcPts val="0"/>
              </a:spcBef>
              <a:spcAft>
                <a:spcPts val="0"/>
              </a:spcAft>
              <a:buClr>
                <a:srgbClr val="B9B9B9"/>
              </a:buClr>
              <a:buSzPts val="800"/>
              <a:buFont typeface="Calibri"/>
              <a:buNone/>
              <a:defRPr b="0" i="0" sz="800" u="none" cap="none" strike="noStrike">
                <a:solidFill>
                  <a:srgbClr val="B9B9B9"/>
                </a:solidFill>
                <a:latin typeface="Calibri"/>
                <a:ea typeface="Calibri"/>
                <a:cs typeface="Calibri"/>
                <a:sym typeface="Calibri"/>
              </a:defRPr>
            </a:lvl7pPr>
            <a:lvl8pPr indent="0" lvl="7" marL="0" marR="0" algn="r">
              <a:lnSpc>
                <a:spcPct val="100000"/>
              </a:lnSpc>
              <a:spcBef>
                <a:spcPts val="0"/>
              </a:spcBef>
              <a:spcAft>
                <a:spcPts val="0"/>
              </a:spcAft>
              <a:buClr>
                <a:srgbClr val="B9B9B9"/>
              </a:buClr>
              <a:buSzPts val="800"/>
              <a:buFont typeface="Calibri"/>
              <a:buNone/>
              <a:defRPr b="0" i="0" sz="800" u="none" cap="none" strike="noStrike">
                <a:solidFill>
                  <a:srgbClr val="B9B9B9"/>
                </a:solidFill>
                <a:latin typeface="Calibri"/>
                <a:ea typeface="Calibri"/>
                <a:cs typeface="Calibri"/>
                <a:sym typeface="Calibri"/>
              </a:defRPr>
            </a:lvl8pPr>
            <a:lvl9pPr indent="0" lvl="8" marL="0" marR="0" algn="r">
              <a:lnSpc>
                <a:spcPct val="100000"/>
              </a:lnSpc>
              <a:spcBef>
                <a:spcPts val="0"/>
              </a:spcBef>
              <a:spcAft>
                <a:spcPts val="0"/>
              </a:spcAft>
              <a:buClr>
                <a:srgbClr val="B9B9B9"/>
              </a:buClr>
              <a:buSzPts val="800"/>
              <a:buFont typeface="Calibri"/>
              <a:buNone/>
              <a:defRPr b="0" i="0" sz="800" u="none" cap="none" strike="noStrike">
                <a:solidFill>
                  <a:srgbClr val="B9B9B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p:cSld name="Title &amp; Bullets">
    <p:spTree>
      <p:nvGrpSpPr>
        <p:cNvPr id="56" name="Shape 56"/>
        <p:cNvGrpSpPr/>
        <p:nvPr/>
      </p:nvGrpSpPr>
      <p:grpSpPr>
        <a:xfrm>
          <a:off x="0" y="0"/>
          <a:ext cx="0" cy="0"/>
          <a:chOff x="0" y="0"/>
          <a:chExt cx="0" cy="0"/>
        </a:xfrm>
      </p:grpSpPr>
      <p:sp>
        <p:nvSpPr>
          <p:cNvPr id="57" name="Google Shape;57;p15"/>
          <p:cNvSpPr txBox="1"/>
          <p:nvPr>
            <p:ph type="title"/>
          </p:nvPr>
        </p:nvSpPr>
        <p:spPr>
          <a:xfrm>
            <a:off x="2376971" y="743396"/>
            <a:ext cx="4390200" cy="853800"/>
          </a:xfrm>
          <a:prstGeom prst="rect">
            <a:avLst/>
          </a:prstGeom>
          <a:noFill/>
          <a:ln>
            <a:noFill/>
          </a:ln>
        </p:spPr>
        <p:txBody>
          <a:bodyPr anchorCtr="0" anchor="ctr" bIns="20100" lIns="20100" spcFirstLastPara="1" rIns="20100" wrap="square" tIns="20100">
            <a:normAutofit/>
          </a:bodyPr>
          <a:lstStyle>
            <a:lvl1pPr lvl="0" algn="ctr">
              <a:lnSpc>
                <a:spcPct val="100000"/>
              </a:lnSpc>
              <a:spcBef>
                <a:spcPts val="0"/>
              </a:spcBef>
              <a:spcAft>
                <a:spcPts val="0"/>
              </a:spcAft>
              <a:buClr>
                <a:srgbClr val="000000"/>
              </a:buClr>
              <a:buSzPts val="4100"/>
              <a:buFont typeface="Helvetica Neue"/>
              <a:buNone/>
              <a:defRPr sz="4100">
                <a:solidFill>
                  <a:srgbClr val="000000"/>
                </a:solidFill>
                <a:latin typeface="Helvetica Neue"/>
                <a:ea typeface="Helvetica Neue"/>
                <a:cs typeface="Helvetica Neue"/>
                <a:sym typeface="Helvetica Neue"/>
              </a:defRPr>
            </a:lvl1pPr>
            <a:lvl2pPr lvl="1" algn="l">
              <a:lnSpc>
                <a:spcPct val="90000"/>
              </a:lnSpc>
              <a:spcBef>
                <a:spcPts val="0"/>
              </a:spcBef>
              <a:spcAft>
                <a:spcPts val="0"/>
              </a:spcAft>
              <a:buClr>
                <a:srgbClr val="989998"/>
              </a:buClr>
              <a:buSzPts val="700"/>
              <a:buNone/>
              <a:defRPr/>
            </a:lvl2pPr>
            <a:lvl3pPr lvl="2" algn="l">
              <a:lnSpc>
                <a:spcPct val="90000"/>
              </a:lnSpc>
              <a:spcBef>
                <a:spcPts val="0"/>
              </a:spcBef>
              <a:spcAft>
                <a:spcPts val="0"/>
              </a:spcAft>
              <a:buClr>
                <a:srgbClr val="989998"/>
              </a:buClr>
              <a:buSzPts val="700"/>
              <a:buNone/>
              <a:defRPr/>
            </a:lvl3pPr>
            <a:lvl4pPr lvl="3" algn="l">
              <a:lnSpc>
                <a:spcPct val="90000"/>
              </a:lnSpc>
              <a:spcBef>
                <a:spcPts val="0"/>
              </a:spcBef>
              <a:spcAft>
                <a:spcPts val="0"/>
              </a:spcAft>
              <a:buClr>
                <a:srgbClr val="989998"/>
              </a:buClr>
              <a:buSzPts val="700"/>
              <a:buNone/>
              <a:defRPr/>
            </a:lvl4pPr>
            <a:lvl5pPr lvl="4" algn="l">
              <a:lnSpc>
                <a:spcPct val="90000"/>
              </a:lnSpc>
              <a:spcBef>
                <a:spcPts val="0"/>
              </a:spcBef>
              <a:spcAft>
                <a:spcPts val="0"/>
              </a:spcAft>
              <a:buClr>
                <a:srgbClr val="989998"/>
              </a:buClr>
              <a:buSzPts val="700"/>
              <a:buNone/>
              <a:defRPr/>
            </a:lvl5pPr>
            <a:lvl6pPr lvl="5" algn="l">
              <a:lnSpc>
                <a:spcPct val="90000"/>
              </a:lnSpc>
              <a:spcBef>
                <a:spcPts val="0"/>
              </a:spcBef>
              <a:spcAft>
                <a:spcPts val="0"/>
              </a:spcAft>
              <a:buClr>
                <a:srgbClr val="989998"/>
              </a:buClr>
              <a:buSzPts val="700"/>
              <a:buNone/>
              <a:defRPr/>
            </a:lvl6pPr>
            <a:lvl7pPr lvl="6" algn="l">
              <a:lnSpc>
                <a:spcPct val="90000"/>
              </a:lnSpc>
              <a:spcBef>
                <a:spcPts val="0"/>
              </a:spcBef>
              <a:spcAft>
                <a:spcPts val="0"/>
              </a:spcAft>
              <a:buClr>
                <a:srgbClr val="989998"/>
              </a:buClr>
              <a:buSzPts val="700"/>
              <a:buNone/>
              <a:defRPr/>
            </a:lvl7pPr>
            <a:lvl8pPr lvl="7" algn="l">
              <a:lnSpc>
                <a:spcPct val="90000"/>
              </a:lnSpc>
              <a:spcBef>
                <a:spcPts val="0"/>
              </a:spcBef>
              <a:spcAft>
                <a:spcPts val="0"/>
              </a:spcAft>
              <a:buClr>
                <a:srgbClr val="989998"/>
              </a:buClr>
              <a:buSzPts val="700"/>
              <a:buNone/>
              <a:defRPr/>
            </a:lvl8pPr>
            <a:lvl9pPr lvl="8" algn="l">
              <a:lnSpc>
                <a:spcPct val="90000"/>
              </a:lnSpc>
              <a:spcBef>
                <a:spcPts val="0"/>
              </a:spcBef>
              <a:spcAft>
                <a:spcPts val="0"/>
              </a:spcAft>
              <a:buClr>
                <a:srgbClr val="989998"/>
              </a:buClr>
              <a:buSzPts val="700"/>
              <a:buNone/>
              <a:defRPr/>
            </a:lvl9pPr>
          </a:lstStyle>
          <a:p/>
        </p:txBody>
      </p:sp>
      <p:sp>
        <p:nvSpPr>
          <p:cNvPr id="58" name="Google Shape;58;p15"/>
          <p:cNvSpPr txBox="1"/>
          <p:nvPr>
            <p:ph idx="1" type="body"/>
          </p:nvPr>
        </p:nvSpPr>
        <p:spPr>
          <a:xfrm>
            <a:off x="2376971" y="1667619"/>
            <a:ext cx="4390200" cy="2486400"/>
          </a:xfrm>
          <a:prstGeom prst="rect">
            <a:avLst/>
          </a:prstGeom>
          <a:noFill/>
          <a:ln>
            <a:noFill/>
          </a:ln>
        </p:spPr>
        <p:txBody>
          <a:bodyPr anchorCtr="0" anchor="ctr" bIns="20100" lIns="20100" spcFirstLastPara="1" rIns="20100" wrap="square" tIns="20100">
            <a:normAutofit/>
          </a:bodyPr>
          <a:lstStyle>
            <a:lvl1pPr indent="-374650" lvl="0" marL="457200" algn="l">
              <a:lnSpc>
                <a:spcPct val="100000"/>
              </a:lnSpc>
              <a:spcBef>
                <a:spcPts val="2200"/>
              </a:spcBef>
              <a:spcAft>
                <a:spcPts val="0"/>
              </a:spcAft>
              <a:buClr>
                <a:srgbClr val="000000"/>
              </a:buClr>
              <a:buSzPts val="2300"/>
              <a:buFont typeface="Helvetica Neue"/>
              <a:buChar char="•"/>
              <a:defRPr sz="1600">
                <a:solidFill>
                  <a:srgbClr val="000000"/>
                </a:solidFill>
                <a:latin typeface="Helvetica Neue"/>
                <a:ea typeface="Helvetica Neue"/>
                <a:cs typeface="Helvetica Neue"/>
                <a:sym typeface="Helvetica Neue"/>
              </a:defRPr>
            </a:lvl1pPr>
            <a:lvl2pPr indent="-374650" lvl="1" marL="914400" algn="l">
              <a:lnSpc>
                <a:spcPct val="100000"/>
              </a:lnSpc>
              <a:spcBef>
                <a:spcPts val="2200"/>
              </a:spcBef>
              <a:spcAft>
                <a:spcPts val="0"/>
              </a:spcAft>
              <a:buClr>
                <a:srgbClr val="000000"/>
              </a:buClr>
              <a:buSzPts val="2300"/>
              <a:buFont typeface="Helvetica Neue"/>
              <a:buChar char="•"/>
              <a:defRPr sz="1600">
                <a:solidFill>
                  <a:srgbClr val="000000"/>
                </a:solidFill>
                <a:latin typeface="Helvetica Neue"/>
                <a:ea typeface="Helvetica Neue"/>
                <a:cs typeface="Helvetica Neue"/>
                <a:sym typeface="Helvetica Neue"/>
              </a:defRPr>
            </a:lvl2pPr>
            <a:lvl3pPr indent="-374650" lvl="2" marL="1371600" algn="l">
              <a:lnSpc>
                <a:spcPct val="100000"/>
              </a:lnSpc>
              <a:spcBef>
                <a:spcPts val="2200"/>
              </a:spcBef>
              <a:spcAft>
                <a:spcPts val="0"/>
              </a:spcAft>
              <a:buClr>
                <a:srgbClr val="000000"/>
              </a:buClr>
              <a:buSzPts val="2300"/>
              <a:buFont typeface="Helvetica Neue"/>
              <a:buChar char="•"/>
              <a:defRPr sz="1600">
                <a:solidFill>
                  <a:srgbClr val="000000"/>
                </a:solidFill>
                <a:latin typeface="Helvetica Neue"/>
                <a:ea typeface="Helvetica Neue"/>
                <a:cs typeface="Helvetica Neue"/>
                <a:sym typeface="Helvetica Neue"/>
              </a:defRPr>
            </a:lvl3pPr>
            <a:lvl4pPr indent="-374650" lvl="3" marL="1828800" algn="l">
              <a:lnSpc>
                <a:spcPct val="100000"/>
              </a:lnSpc>
              <a:spcBef>
                <a:spcPts val="2200"/>
              </a:spcBef>
              <a:spcAft>
                <a:spcPts val="0"/>
              </a:spcAft>
              <a:buClr>
                <a:srgbClr val="000000"/>
              </a:buClr>
              <a:buSzPts val="2300"/>
              <a:buFont typeface="Helvetica Neue"/>
              <a:buChar char="•"/>
              <a:defRPr sz="1600">
                <a:solidFill>
                  <a:srgbClr val="000000"/>
                </a:solidFill>
                <a:latin typeface="Helvetica Neue"/>
                <a:ea typeface="Helvetica Neue"/>
                <a:cs typeface="Helvetica Neue"/>
                <a:sym typeface="Helvetica Neue"/>
              </a:defRPr>
            </a:lvl4pPr>
            <a:lvl5pPr indent="-374650" lvl="4" marL="2286000" algn="l">
              <a:lnSpc>
                <a:spcPct val="100000"/>
              </a:lnSpc>
              <a:spcBef>
                <a:spcPts val="2200"/>
              </a:spcBef>
              <a:spcAft>
                <a:spcPts val="0"/>
              </a:spcAft>
              <a:buClr>
                <a:srgbClr val="000000"/>
              </a:buClr>
              <a:buSzPts val="2300"/>
              <a:buFont typeface="Helvetica Neue"/>
              <a:buChar char="•"/>
              <a:defRPr sz="1600">
                <a:solidFill>
                  <a:srgbClr val="000000"/>
                </a:solidFill>
                <a:latin typeface="Helvetica Neue"/>
                <a:ea typeface="Helvetica Neue"/>
                <a:cs typeface="Helvetica Neue"/>
                <a:sym typeface="Helvetica Neue"/>
              </a:defRPr>
            </a:lvl5pPr>
            <a:lvl6pPr indent="-228600" lvl="5" marL="2743200" algn="l">
              <a:lnSpc>
                <a:spcPct val="90000"/>
              </a:lnSpc>
              <a:spcBef>
                <a:spcPts val="800"/>
              </a:spcBef>
              <a:spcAft>
                <a:spcPts val="0"/>
              </a:spcAft>
              <a:buClr>
                <a:srgbClr val="989998"/>
              </a:buClr>
              <a:buSzPts val="700"/>
              <a:buNone/>
              <a:defRPr/>
            </a:lvl6pPr>
            <a:lvl7pPr indent="-228600" lvl="6" marL="3200400" algn="l">
              <a:lnSpc>
                <a:spcPct val="90000"/>
              </a:lnSpc>
              <a:spcBef>
                <a:spcPts val="800"/>
              </a:spcBef>
              <a:spcAft>
                <a:spcPts val="0"/>
              </a:spcAft>
              <a:buClr>
                <a:srgbClr val="989998"/>
              </a:buClr>
              <a:buSzPts val="700"/>
              <a:buNone/>
              <a:defRPr/>
            </a:lvl7pPr>
            <a:lvl8pPr indent="-228600" lvl="7" marL="3657600" algn="l">
              <a:lnSpc>
                <a:spcPct val="90000"/>
              </a:lnSpc>
              <a:spcBef>
                <a:spcPts val="800"/>
              </a:spcBef>
              <a:spcAft>
                <a:spcPts val="0"/>
              </a:spcAft>
              <a:buClr>
                <a:srgbClr val="989998"/>
              </a:buClr>
              <a:buSzPts val="700"/>
              <a:buNone/>
              <a:defRPr/>
            </a:lvl8pPr>
            <a:lvl9pPr indent="-228600" lvl="8" marL="4114800" algn="l">
              <a:lnSpc>
                <a:spcPct val="90000"/>
              </a:lnSpc>
              <a:spcBef>
                <a:spcPts val="800"/>
              </a:spcBef>
              <a:spcAft>
                <a:spcPts val="0"/>
              </a:spcAft>
              <a:buClr>
                <a:srgbClr val="989998"/>
              </a:buClr>
              <a:buSzPts val="700"/>
              <a:buNone/>
              <a:defRPr/>
            </a:lvl9pPr>
          </a:lstStyle>
          <a:p/>
        </p:txBody>
      </p:sp>
      <p:sp>
        <p:nvSpPr>
          <p:cNvPr id="59" name="Google Shape;59;p15"/>
          <p:cNvSpPr txBox="1"/>
          <p:nvPr>
            <p:ph idx="12" type="sldNum"/>
          </p:nvPr>
        </p:nvSpPr>
        <p:spPr>
          <a:xfrm>
            <a:off x="4500524" y="4319736"/>
            <a:ext cx="140400" cy="148200"/>
          </a:xfrm>
          <a:prstGeom prst="rect">
            <a:avLst/>
          </a:prstGeom>
          <a:noFill/>
          <a:ln>
            <a:noFill/>
          </a:ln>
        </p:spPr>
        <p:txBody>
          <a:bodyPr anchorCtr="0" anchor="t" bIns="20100" lIns="20100" spcFirstLastPara="1" rIns="20100" wrap="square" tIns="20100">
            <a:spAutoFit/>
          </a:bodyPr>
          <a:lstStyle>
            <a:lvl1pPr indent="0" lvl="0" marL="0" marR="0" algn="ctr">
              <a:lnSpc>
                <a:spcPct val="100000"/>
              </a:lnSpc>
              <a:spcBef>
                <a:spcPts val="0"/>
              </a:spcBef>
              <a:spcAft>
                <a:spcPts val="0"/>
              </a:spcAft>
              <a:buClr>
                <a:srgbClr val="000000"/>
              </a:buClr>
              <a:buSzPts val="700"/>
              <a:buFont typeface="Helvetica Neue Light"/>
              <a:buNone/>
              <a:defRPr b="0" i="0" sz="7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700"/>
              <a:buFont typeface="Helvetica Neue Light"/>
              <a:buNone/>
              <a:defRPr b="0" i="0" sz="7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700"/>
              <a:buFont typeface="Helvetica Neue Light"/>
              <a:buNone/>
              <a:defRPr b="0" i="0" sz="7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700"/>
              <a:buFont typeface="Helvetica Neue Light"/>
              <a:buNone/>
              <a:defRPr b="0" i="0" sz="7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700"/>
              <a:buFont typeface="Helvetica Neue Light"/>
              <a:buNone/>
              <a:defRPr b="0" i="0" sz="7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700"/>
              <a:buFont typeface="Helvetica Neue Light"/>
              <a:buNone/>
              <a:defRPr b="0" i="0" sz="7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700"/>
              <a:buFont typeface="Helvetica Neue Light"/>
              <a:buNone/>
              <a:defRPr b="0" i="0" sz="7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700"/>
              <a:buFont typeface="Helvetica Neue Light"/>
              <a:buNone/>
              <a:defRPr b="0" i="0" sz="7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700"/>
              <a:buFont typeface="Helvetica Neue Light"/>
              <a:buNone/>
              <a:defRPr b="0" i="0" sz="7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9.jp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9.jp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hyperlink" Target="https://docs.google.com/document/d/1DFIYXam_CWjgkUMoqLWwWNFp5PUD7O8ip4SBcmN1yQk/edit?tab=t.0"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hyperlink" Target="https://www.wired.com/story/mcdonalds-ai-hiring-chat-bot-paradoxai/"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hyperlink" Target="https://news.harvard.edu/gazette/story/2025/03/how-ai-is-transforming-medicine-healthcar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hyperlink" Target="https://www.arlis.am/hy/acts/98338" TargetMode="External"/><Relationship Id="rId5" Type="http://schemas.openxmlformats.org/officeDocument/2006/relationships/hyperlink" Target="https://pdpa.am/hy"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 Id="rId3" Type="http://schemas.openxmlformats.org/officeDocument/2006/relationships/image" Target="../media/image1.png"/><Relationship Id="rId4" Type="http://schemas.openxmlformats.org/officeDocument/2006/relationships/image" Target="../media/image2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 Id="rId3" Type="http://schemas.openxmlformats.org/officeDocument/2006/relationships/image" Target="../media/image1.png"/><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1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 Id="rId3" Type="http://schemas.openxmlformats.org/officeDocument/2006/relationships/image" Target="../media/image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 Id="rId3" Type="http://schemas.openxmlformats.org/officeDocument/2006/relationships/image" Target="../media/image3.png"/><Relationship Id="rId4" Type="http://schemas.openxmlformats.org/officeDocument/2006/relationships/hyperlink" Target="https://www.youtube.com/watch?v=x2mRoFNm22g"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 Id="rId3" Type="http://schemas.openxmlformats.org/officeDocument/2006/relationships/image" Target="../media/image1.png"/><Relationship Id="rId4" Type="http://schemas.openxmlformats.org/officeDocument/2006/relationships/image" Target="../media/image2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 Id="rId3"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 Id="rId3"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 Id="rId3"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 Id="rId3"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 Id="rId3"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png"/><Relationship Id="rId4" Type="http://schemas.openxmlformats.org/officeDocument/2006/relationships/hyperlink" Target="https://docs.google.com/document/d/12wvOXbeFSsW-KMUgnkyZ_Rw-QKhBul-DCsBxvcAI8dM/edit?tab=t.0#heading=h.j0a6er5q02mo"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 Id="rId3"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descr="shutterstock_1408390922.jpg" id="64" name="Google Shape;64;p16"/>
          <p:cNvPicPr preferRelativeResize="0"/>
          <p:nvPr/>
        </p:nvPicPr>
        <p:blipFill rotWithShape="1">
          <a:blip r:embed="rId3">
            <a:alphaModFix/>
          </a:blip>
          <a:srcRect b="11471" l="68" r="13835" t="15551"/>
          <a:stretch/>
        </p:blipFill>
        <p:spPr>
          <a:xfrm>
            <a:off x="-9391" y="-6350"/>
            <a:ext cx="9162781" cy="5194300"/>
          </a:xfrm>
          <a:prstGeom prst="rect">
            <a:avLst/>
          </a:prstGeom>
          <a:noFill/>
          <a:ln>
            <a:noFill/>
          </a:ln>
        </p:spPr>
      </p:pic>
      <p:sp>
        <p:nvSpPr>
          <p:cNvPr id="65" name="Google Shape;65;p16"/>
          <p:cNvSpPr/>
          <p:nvPr/>
        </p:nvSpPr>
        <p:spPr>
          <a:xfrm>
            <a:off x="-9391" y="-6351"/>
            <a:ext cx="9162900" cy="5194500"/>
          </a:xfrm>
          <a:prstGeom prst="rect">
            <a:avLst/>
          </a:prstGeom>
          <a:solidFill>
            <a:srgbClr val="002633">
              <a:alpha val="85100"/>
            </a:srgbClr>
          </a:solidFill>
          <a:ln>
            <a:noFill/>
          </a:ln>
        </p:spPr>
        <p:txBody>
          <a:bodyPr anchorCtr="0" anchor="ctr" bIns="17150" lIns="17150" spcFirstLastPara="1" rIns="17150" wrap="square" tIns="17150">
            <a:noAutofit/>
          </a:bodyPr>
          <a:lstStyle/>
          <a:p>
            <a:pPr indent="0" lvl="0" marL="0" marR="0" rtl="0" algn="ctr">
              <a:lnSpc>
                <a:spcPct val="100000"/>
              </a:lnSpc>
              <a:spcBef>
                <a:spcPts val="0"/>
              </a:spcBef>
              <a:spcAft>
                <a:spcPts val="0"/>
              </a:spcAft>
              <a:buClr>
                <a:srgbClr val="FFFFFF"/>
              </a:buClr>
              <a:buSzPts val="1100"/>
              <a:buFont typeface="Lato"/>
              <a:buNone/>
            </a:pPr>
            <a:r>
              <a:t/>
            </a:r>
            <a:endParaRPr b="1" i="0" sz="1100" u="none" cap="none" strike="noStrike">
              <a:solidFill>
                <a:srgbClr val="000000"/>
              </a:solidFill>
              <a:latin typeface="Helvetica Neue"/>
              <a:ea typeface="Helvetica Neue"/>
              <a:cs typeface="Helvetica Neue"/>
              <a:sym typeface="Helvetica Neue"/>
            </a:endParaRPr>
          </a:p>
        </p:txBody>
      </p:sp>
      <p:pic>
        <p:nvPicPr>
          <p:cNvPr descr="Image" id="66" name="Google Shape;66;p16"/>
          <p:cNvPicPr preferRelativeResize="0"/>
          <p:nvPr/>
        </p:nvPicPr>
        <p:blipFill rotWithShape="1">
          <a:blip r:embed="rId4">
            <a:alphaModFix/>
          </a:blip>
          <a:srcRect b="0" l="0" r="0" t="0"/>
          <a:stretch/>
        </p:blipFill>
        <p:spPr>
          <a:xfrm>
            <a:off x="2603042" y="1236895"/>
            <a:ext cx="3937917" cy="237343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pic>
        <p:nvPicPr>
          <p:cNvPr descr="shutterstock_1408390922.jpg" id="71" name="Google Shape;71;p17"/>
          <p:cNvPicPr preferRelativeResize="0"/>
          <p:nvPr/>
        </p:nvPicPr>
        <p:blipFill rotWithShape="1">
          <a:blip r:embed="rId3">
            <a:alphaModFix/>
          </a:blip>
          <a:srcRect b="11471" l="68" r="13835" t="15551"/>
          <a:stretch/>
        </p:blipFill>
        <p:spPr>
          <a:xfrm>
            <a:off x="-9391" y="-6350"/>
            <a:ext cx="9162781" cy="5194300"/>
          </a:xfrm>
          <a:prstGeom prst="rect">
            <a:avLst/>
          </a:prstGeom>
          <a:noFill/>
          <a:ln>
            <a:noFill/>
          </a:ln>
        </p:spPr>
      </p:pic>
      <p:sp>
        <p:nvSpPr>
          <p:cNvPr id="72" name="Google Shape;72;p17"/>
          <p:cNvSpPr/>
          <p:nvPr/>
        </p:nvSpPr>
        <p:spPr>
          <a:xfrm>
            <a:off x="-9391" y="-6351"/>
            <a:ext cx="9162900" cy="5194500"/>
          </a:xfrm>
          <a:prstGeom prst="rect">
            <a:avLst/>
          </a:prstGeom>
          <a:solidFill>
            <a:srgbClr val="002633">
              <a:alpha val="85100"/>
            </a:srgbClr>
          </a:solidFill>
          <a:ln>
            <a:noFill/>
          </a:ln>
        </p:spPr>
        <p:txBody>
          <a:bodyPr anchorCtr="0" anchor="ctr" bIns="17150" lIns="17150" spcFirstLastPara="1" rIns="17150" wrap="square" tIns="17150">
            <a:noAutofit/>
          </a:bodyPr>
          <a:lstStyle/>
          <a:p>
            <a:pPr indent="0" lvl="0" marL="0" marR="0" rtl="0" algn="ctr">
              <a:lnSpc>
                <a:spcPct val="100000"/>
              </a:lnSpc>
              <a:spcBef>
                <a:spcPts val="0"/>
              </a:spcBef>
              <a:spcAft>
                <a:spcPts val="0"/>
              </a:spcAft>
              <a:buClr>
                <a:srgbClr val="FFFFFF"/>
              </a:buClr>
              <a:buSzPts val="1100"/>
              <a:buFont typeface="Lato"/>
              <a:buNone/>
            </a:pPr>
            <a:r>
              <a:t/>
            </a:r>
            <a:endParaRPr b="1" i="0" sz="1100" u="none" cap="none" strike="noStrike">
              <a:solidFill>
                <a:srgbClr val="000000"/>
              </a:solidFill>
              <a:latin typeface="Helvetica Neue"/>
              <a:ea typeface="Helvetica Neue"/>
              <a:cs typeface="Helvetica Neue"/>
              <a:sym typeface="Helvetica Neue"/>
            </a:endParaRPr>
          </a:p>
        </p:txBody>
      </p:sp>
      <p:sp>
        <p:nvSpPr>
          <p:cNvPr id="73" name="Google Shape;73;p17"/>
          <p:cNvSpPr txBox="1"/>
          <p:nvPr/>
        </p:nvSpPr>
        <p:spPr>
          <a:xfrm>
            <a:off x="2639575" y="4269275"/>
            <a:ext cx="62565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FFFFFF"/>
              </a:buClr>
              <a:buSzPts val="3000"/>
              <a:buFont typeface="Urbanist"/>
              <a:buNone/>
            </a:pPr>
            <a:r>
              <a:rPr b="1" lang="ru" sz="3000">
                <a:solidFill>
                  <a:srgbClr val="FFFFFF"/>
                </a:solidFill>
                <a:latin typeface="Urbanist"/>
                <a:ea typeface="Urbanist"/>
                <a:cs typeface="Urbanist"/>
                <a:sym typeface="Urbanist"/>
              </a:rPr>
              <a:t>ԳԼՈՒԽ 2․ ԱԲ ԳՐԱԳԻՏՈՒԹՅՈՒՆ</a:t>
            </a:r>
            <a:endParaRPr b="0" i="0" sz="500" u="none" cap="none" strike="noStrike">
              <a:solidFill>
                <a:srgbClr val="000000"/>
              </a:solidFill>
              <a:latin typeface="Arial"/>
              <a:ea typeface="Arial"/>
              <a:cs typeface="Arial"/>
              <a:sym typeface="Arial"/>
            </a:endParaRPr>
          </a:p>
        </p:txBody>
      </p:sp>
      <p:pic>
        <p:nvPicPr>
          <p:cNvPr descr="Image" id="74" name="Google Shape;74;p17"/>
          <p:cNvPicPr preferRelativeResize="0"/>
          <p:nvPr/>
        </p:nvPicPr>
        <p:blipFill rotWithShape="1">
          <a:blip r:embed="rId4">
            <a:alphaModFix/>
          </a:blip>
          <a:srcRect b="0" l="0" r="0" t="0"/>
          <a:stretch/>
        </p:blipFill>
        <p:spPr>
          <a:xfrm>
            <a:off x="600296" y="1236895"/>
            <a:ext cx="3937917" cy="2373434"/>
          </a:xfrm>
          <a:prstGeom prst="rect">
            <a:avLst/>
          </a:prstGeom>
          <a:noFill/>
          <a:ln>
            <a:noFill/>
          </a:ln>
        </p:spPr>
      </p:pic>
      <p:sp>
        <p:nvSpPr>
          <p:cNvPr id="75" name="Google Shape;75;p17"/>
          <p:cNvSpPr/>
          <p:nvPr/>
        </p:nvSpPr>
        <p:spPr>
          <a:xfrm>
            <a:off x="9016415" y="-9828"/>
            <a:ext cx="138300" cy="4675200"/>
          </a:xfrm>
          <a:prstGeom prst="rect">
            <a:avLst/>
          </a:prstGeom>
          <a:solidFill>
            <a:srgbClr val="F2BC4F"/>
          </a:solidFill>
          <a:ln>
            <a:noFill/>
          </a:ln>
        </p:spPr>
        <p:txBody>
          <a:bodyPr anchorCtr="0" anchor="ctr" bIns="20100" lIns="20100" spcFirstLastPara="1" rIns="20100" wrap="square" tIns="20100">
            <a:noAutofit/>
          </a:bodyPr>
          <a:lstStyle/>
          <a:p>
            <a:pPr indent="0" lvl="0" marL="0" marR="0" rtl="0" algn="ctr">
              <a:lnSpc>
                <a:spcPct val="100000"/>
              </a:lnSpc>
              <a:spcBef>
                <a:spcPts val="0"/>
              </a:spcBef>
              <a:spcAft>
                <a:spcPts val="0"/>
              </a:spcAft>
              <a:buClr>
                <a:schemeClr val="accent3"/>
              </a:buClr>
              <a:buSzPts val="1100"/>
              <a:buFont typeface="Helvetica Neue"/>
              <a:buNone/>
            </a:pPr>
            <a:r>
              <a:t/>
            </a:r>
            <a:endParaRPr b="1" i="0" sz="11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descr="Image" id="80" name="Google Shape;80;p18"/>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81" name="Google Shape;81;p18"/>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ԳԼՈՒԽ 2. ԱԲ ԳՐԱԳԻՏՈՒԹՅՈՒՆ</a:t>
            </a:r>
            <a:endParaRPr b="0" i="0" sz="500" u="none" cap="none" strike="noStrike">
              <a:solidFill>
                <a:srgbClr val="000000"/>
              </a:solidFill>
              <a:latin typeface="Arial"/>
              <a:ea typeface="Arial"/>
              <a:cs typeface="Arial"/>
              <a:sym typeface="Arial"/>
            </a:endParaRPr>
          </a:p>
        </p:txBody>
      </p:sp>
      <p:sp>
        <p:nvSpPr>
          <p:cNvPr id="82" name="Google Shape;82;p18"/>
          <p:cNvSpPr txBox="1"/>
          <p:nvPr/>
        </p:nvSpPr>
        <p:spPr>
          <a:xfrm>
            <a:off x="642925" y="1145625"/>
            <a:ext cx="8162400" cy="2519100"/>
          </a:xfrm>
          <a:prstGeom prst="rect">
            <a:avLst/>
          </a:prstGeom>
          <a:noFill/>
          <a:ln>
            <a:noFill/>
          </a:ln>
        </p:spPr>
        <p:txBody>
          <a:bodyPr anchorCtr="0" anchor="t" bIns="17150" lIns="17150" spcFirstLastPara="1" rIns="17150" wrap="square" tIns="17150">
            <a:spAutoFit/>
          </a:bodyPr>
          <a:lstStyle/>
          <a:p>
            <a:pPr indent="0" lvl="0" marL="0" marR="0" rtl="0" algn="l">
              <a:lnSpc>
                <a:spcPct val="115000"/>
              </a:lnSpc>
              <a:spcBef>
                <a:spcPts val="0"/>
              </a:spcBef>
              <a:spcAft>
                <a:spcPts val="0"/>
              </a:spcAft>
              <a:buNone/>
            </a:pPr>
            <a:r>
              <a:rPr lang="ru" sz="1600">
                <a:solidFill>
                  <a:schemeClr val="dk1"/>
                </a:solidFill>
                <a:latin typeface="Urbanist Medium"/>
                <a:ea typeface="Urbanist Medium"/>
                <a:cs typeface="Urbanist Medium"/>
                <a:sym typeface="Urbanist Medium"/>
              </a:rPr>
              <a:t>Դասերի ընդհանուր քանակ՝ 3 (1 գործնական դաս, 2 տեսական դաս)</a:t>
            </a:r>
            <a:endParaRPr sz="1600">
              <a:solidFill>
                <a:schemeClr val="dk1"/>
              </a:solidFill>
              <a:latin typeface="Urbanist Medium"/>
              <a:ea typeface="Urbanist Medium"/>
              <a:cs typeface="Urbanist Medium"/>
              <a:sym typeface="Urbanist Medium"/>
            </a:endParaRPr>
          </a:p>
          <a:p>
            <a:pPr indent="0" lvl="0" marL="0" marR="0" rtl="0" algn="l">
              <a:lnSpc>
                <a:spcPct val="115000"/>
              </a:lnSpc>
              <a:spcBef>
                <a:spcPts val="200"/>
              </a:spcBef>
              <a:spcAft>
                <a:spcPts val="0"/>
              </a:spcAft>
              <a:buNone/>
            </a:pPr>
            <a:r>
              <a:rPr lang="ru" sz="1600">
                <a:solidFill>
                  <a:srgbClr val="2F5496"/>
                </a:solidFill>
                <a:latin typeface="Urbanist Medium"/>
                <a:ea typeface="Urbanist Medium"/>
                <a:cs typeface="Urbanist Medium"/>
                <a:sym typeface="Urbanist Medium"/>
              </a:rPr>
              <a:t>Դասաժամերը․</a:t>
            </a:r>
            <a:endParaRPr sz="1600">
              <a:solidFill>
                <a:srgbClr val="2F5496"/>
              </a:solidFill>
              <a:latin typeface="Urbanist Medium"/>
              <a:ea typeface="Urbanist Medium"/>
              <a:cs typeface="Urbanist Medium"/>
              <a:sym typeface="Urbanist Medium"/>
            </a:endParaRPr>
          </a:p>
          <a:p>
            <a:pPr indent="-101599" lvl="0" marL="0" marR="0" rtl="0" algn="l">
              <a:lnSpc>
                <a:spcPct val="115000"/>
              </a:lnSpc>
              <a:spcBef>
                <a:spcPts val="1000"/>
              </a:spcBef>
              <a:spcAft>
                <a:spcPts val="0"/>
              </a:spcAft>
              <a:buClr>
                <a:schemeClr val="dk1"/>
              </a:buClr>
              <a:buSzPts val="1600"/>
              <a:buFont typeface="Urbanist Medium"/>
              <a:buChar char="-"/>
            </a:pPr>
            <a:r>
              <a:rPr lang="ru" sz="1600">
                <a:solidFill>
                  <a:schemeClr val="dk1"/>
                </a:solidFill>
                <a:latin typeface="Urbanist Medium"/>
                <a:ea typeface="Urbanist Medium"/>
                <a:cs typeface="Urbanist Medium"/>
                <a:sym typeface="Urbanist Medium"/>
              </a:rPr>
              <a:t>Դաս 1. </a:t>
            </a:r>
            <a:r>
              <a:rPr lang="ru" sz="1600">
                <a:solidFill>
                  <a:srgbClr val="1C1C1C"/>
                </a:solidFill>
                <a:latin typeface="Urbanist Medium"/>
                <a:ea typeface="Urbanist Medium"/>
                <a:cs typeface="Urbanist Medium"/>
                <a:sym typeface="Urbanist Medium"/>
              </a:rPr>
              <a:t>Արհեստական բանականության գրագիտության հիմունքներ</a:t>
            </a:r>
            <a:endParaRPr sz="1600">
              <a:solidFill>
                <a:schemeClr val="dk1"/>
              </a:solidFill>
              <a:latin typeface="Urbanist Medium"/>
              <a:ea typeface="Urbanist Medium"/>
              <a:cs typeface="Urbanist Medium"/>
              <a:sym typeface="Urbanist Medium"/>
            </a:endParaRPr>
          </a:p>
          <a:p>
            <a:pPr indent="-101599" lvl="0" marL="0" marR="0" rtl="0" algn="l">
              <a:lnSpc>
                <a:spcPct val="115000"/>
              </a:lnSpc>
              <a:spcBef>
                <a:spcPts val="1000"/>
              </a:spcBef>
              <a:spcAft>
                <a:spcPts val="0"/>
              </a:spcAft>
              <a:buClr>
                <a:schemeClr val="dk1"/>
              </a:buClr>
              <a:buSzPts val="1600"/>
              <a:buFont typeface="Urbanist Medium"/>
              <a:buChar char="-"/>
            </a:pPr>
            <a:r>
              <a:rPr lang="ru" sz="1600">
                <a:solidFill>
                  <a:schemeClr val="dk1"/>
                </a:solidFill>
                <a:latin typeface="Urbanist Medium"/>
                <a:ea typeface="Urbanist Medium"/>
                <a:cs typeface="Urbanist Medium"/>
                <a:sym typeface="Urbanist Medium"/>
              </a:rPr>
              <a:t>Դաս 2. </a:t>
            </a:r>
            <a:r>
              <a:rPr lang="ru" sz="1600">
                <a:solidFill>
                  <a:srgbClr val="1C1C1C"/>
                </a:solidFill>
                <a:latin typeface="Urbanist Medium"/>
                <a:ea typeface="Urbanist Medium"/>
                <a:cs typeface="Urbanist Medium"/>
                <a:sym typeface="Urbanist Medium"/>
              </a:rPr>
              <a:t>ԱԲ էթիկա, մարդակենտրոն մտածելաձև</a:t>
            </a:r>
            <a:endParaRPr sz="1600">
              <a:solidFill>
                <a:schemeClr val="dk1"/>
              </a:solidFill>
              <a:latin typeface="Urbanist Medium"/>
              <a:ea typeface="Urbanist Medium"/>
              <a:cs typeface="Urbanist Medium"/>
              <a:sym typeface="Urbanist Medium"/>
            </a:endParaRPr>
          </a:p>
          <a:p>
            <a:pPr indent="-101599" lvl="0" marL="0" marR="0" rtl="0" algn="l">
              <a:lnSpc>
                <a:spcPct val="115000"/>
              </a:lnSpc>
              <a:spcBef>
                <a:spcPts val="1000"/>
              </a:spcBef>
              <a:spcAft>
                <a:spcPts val="0"/>
              </a:spcAft>
              <a:buClr>
                <a:schemeClr val="dk1"/>
              </a:buClr>
              <a:buSzPts val="1600"/>
              <a:buFont typeface="Urbanist Medium"/>
              <a:buChar char="-"/>
            </a:pPr>
            <a:r>
              <a:rPr lang="ru" sz="1600">
                <a:solidFill>
                  <a:schemeClr val="dk1"/>
                </a:solidFill>
                <a:latin typeface="Urbanist Medium"/>
                <a:ea typeface="Urbanist Medium"/>
                <a:cs typeface="Urbanist Medium"/>
                <a:sym typeface="Urbanist Medium"/>
              </a:rPr>
              <a:t>Դաս 3. Գործնական դաս 1. Տվյալների օգտագործում, տվյալների կողմնակալության վերլուծություն</a:t>
            </a:r>
            <a:endParaRPr sz="1600">
              <a:solidFill>
                <a:srgbClr val="2F5496"/>
              </a:solidFill>
              <a:latin typeface="Urbanist Medium"/>
              <a:ea typeface="Urbanist Medium"/>
              <a:cs typeface="Urbanist Medium"/>
              <a:sym typeface="Urbanist Medium"/>
            </a:endParaRPr>
          </a:p>
          <a:p>
            <a:pPr indent="0" lvl="0" marL="0" marR="0" rtl="0" algn="l">
              <a:lnSpc>
                <a:spcPct val="115000"/>
              </a:lnSpc>
              <a:spcBef>
                <a:spcPts val="1000"/>
              </a:spcBef>
              <a:spcAft>
                <a:spcPts val="1000"/>
              </a:spcAft>
              <a:buNone/>
            </a:pPr>
            <a:r>
              <a:rPr lang="ru" sz="1600">
                <a:solidFill>
                  <a:srgbClr val="2F5496"/>
                </a:solidFill>
                <a:latin typeface="Urbanist Medium"/>
                <a:ea typeface="Urbanist Medium"/>
                <a:cs typeface="Urbanist Medium"/>
                <a:sym typeface="Urbanist Medium"/>
              </a:rPr>
              <a:t>Հասկացություններ՝ </a:t>
            </a:r>
            <a:r>
              <a:rPr lang="ru" sz="1600" u="sng">
                <a:solidFill>
                  <a:schemeClr val="hlink"/>
                </a:solidFill>
                <a:latin typeface="Urbanist Medium"/>
                <a:ea typeface="Urbanist Medium"/>
                <a:cs typeface="Urbanist Medium"/>
                <a:sym typeface="Urbanist Medium"/>
                <a:hlinkClick r:id="rId4"/>
              </a:rPr>
              <a:t>հղում</a:t>
            </a:r>
            <a:endParaRPr sz="1600">
              <a:solidFill>
                <a:srgbClr val="3A475A"/>
              </a:solidFill>
              <a:latin typeface="Urbanist Medium"/>
              <a:ea typeface="Urbanist Medium"/>
              <a:cs typeface="Urbanist Medium"/>
              <a:sym typeface="Urbanist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descr="Image" id="87" name="Google Shape;87;p19"/>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88" name="Google Shape;88;p19"/>
          <p:cNvSpPr txBox="1"/>
          <p:nvPr/>
        </p:nvSpPr>
        <p:spPr>
          <a:xfrm>
            <a:off x="476246" y="282675"/>
            <a:ext cx="8162400" cy="9582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Թեմա 1. Արհեստական բանականության գրագիտության հիմունքներ</a:t>
            </a:r>
            <a:endParaRPr b="0" i="0" sz="500" u="none" cap="none" strike="noStrike">
              <a:solidFill>
                <a:srgbClr val="000000"/>
              </a:solidFill>
              <a:latin typeface="Arial"/>
              <a:ea typeface="Arial"/>
              <a:cs typeface="Arial"/>
              <a:sym typeface="Arial"/>
            </a:endParaRPr>
          </a:p>
        </p:txBody>
      </p:sp>
      <p:sp>
        <p:nvSpPr>
          <p:cNvPr id="89" name="Google Shape;89;p19"/>
          <p:cNvSpPr txBox="1"/>
          <p:nvPr/>
        </p:nvSpPr>
        <p:spPr>
          <a:xfrm>
            <a:off x="642925" y="1831425"/>
            <a:ext cx="8162400" cy="24933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Clr>
                <a:schemeClr val="dk1"/>
              </a:buClr>
              <a:buSzPts val="1100"/>
              <a:buFont typeface="Arial"/>
              <a:buNone/>
            </a:pPr>
            <a:r>
              <a:rPr lang="ru" sz="1600">
                <a:solidFill>
                  <a:srgbClr val="3A475A"/>
                </a:solidFill>
                <a:latin typeface="Urbanist ExtraLight"/>
                <a:ea typeface="Urbanist ExtraLight"/>
                <a:cs typeface="Urbanist ExtraLight"/>
                <a:sym typeface="Urbanist ExtraLight"/>
              </a:rPr>
              <a:t>Դասի նպատակներ՝</a:t>
            </a:r>
            <a:endParaRPr sz="1600">
              <a:solidFill>
                <a:srgbClr val="3A475A"/>
              </a:solidFill>
              <a:latin typeface="Urbanist ExtraLight"/>
              <a:ea typeface="Urbanist ExtraLight"/>
              <a:cs typeface="Urbanist ExtraLight"/>
              <a:sym typeface="Urbanist ExtraLight"/>
            </a:endParaRPr>
          </a:p>
          <a:p>
            <a:pPr indent="-330200" lvl="0" marL="457200" rtl="0" algn="l">
              <a:lnSpc>
                <a:spcPct val="115000"/>
              </a:lnSpc>
              <a:spcBef>
                <a:spcPts val="0"/>
              </a:spcBef>
              <a:spcAft>
                <a:spcPts val="0"/>
              </a:spcAft>
              <a:buClr>
                <a:srgbClr val="FDC672"/>
              </a:buClr>
              <a:buSzPts val="1600"/>
              <a:buFont typeface="Urbanist"/>
              <a:buChar char="●"/>
            </a:pPr>
            <a:r>
              <a:rPr lang="ru" sz="1600">
                <a:latin typeface="Urbanist"/>
                <a:ea typeface="Urbanist"/>
                <a:cs typeface="Urbanist"/>
                <a:sym typeface="Urbanist"/>
              </a:rPr>
              <a:t>Ձևավորել բանավիճելու հմտություններ</a:t>
            </a:r>
            <a:endParaRPr sz="1600">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latin typeface="Urbanist"/>
                <a:ea typeface="Urbanist"/>
                <a:cs typeface="Urbanist"/>
                <a:sym typeface="Urbanist"/>
              </a:rPr>
              <a:t>Իրականացնել էթիկական երկընտրանքների հետ կապված նյութերի արդյունավետ մշակում</a:t>
            </a:r>
            <a:endParaRPr sz="1600">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latin typeface="Urbanist"/>
                <a:ea typeface="Urbanist"/>
                <a:cs typeface="Urbanist"/>
                <a:sym typeface="Urbanist"/>
              </a:rPr>
              <a:t>Նկարագրել, թե ինչպես են ազդում տվյալները ԱԲ որոշումների որակի վրա</a:t>
            </a:r>
            <a:endParaRPr sz="1600">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latin typeface="Urbanist"/>
                <a:ea typeface="Urbanist"/>
                <a:cs typeface="Urbanist"/>
                <a:sym typeface="Urbanist"/>
              </a:rPr>
              <a:t>Ճանաչել, երբ է ԱԲ -ն կողմնակալ կամ անարդար որոշումներ կայացնում</a:t>
            </a:r>
            <a:endParaRPr sz="1600">
              <a:latin typeface="Urbanist"/>
              <a:ea typeface="Urbanist"/>
              <a:cs typeface="Urbanist"/>
              <a:sym typeface="Urbanist"/>
            </a:endParaRPr>
          </a:p>
          <a:p>
            <a:pPr indent="-330200" lvl="0" marL="457200" rtl="0" algn="l">
              <a:lnSpc>
                <a:spcPct val="115000"/>
              </a:lnSpc>
              <a:spcBef>
                <a:spcPts val="1000"/>
              </a:spcBef>
              <a:spcAft>
                <a:spcPts val="1000"/>
              </a:spcAft>
              <a:buClr>
                <a:srgbClr val="FDC672"/>
              </a:buClr>
              <a:buSzPts val="1600"/>
              <a:buFont typeface="Urbanist"/>
              <a:buChar char="●"/>
            </a:pPr>
            <a:r>
              <a:rPr lang="ru" sz="1600">
                <a:latin typeface="Urbanist"/>
                <a:ea typeface="Urbanist"/>
                <a:cs typeface="Urbanist"/>
                <a:sym typeface="Urbanist"/>
              </a:rPr>
              <a:t>Ներկայացնել ԱԲ համակարգերի առավել պատասխանատու կիրառման մեթոդներ</a:t>
            </a:r>
            <a:endParaRPr sz="1800">
              <a:solidFill>
                <a:schemeClr val="dk1"/>
              </a:solidFill>
              <a:latin typeface="Urbanist ExtraLight"/>
              <a:ea typeface="Urbanist ExtraLight"/>
              <a:cs typeface="Urbanist ExtraLight"/>
              <a:sym typeface="Urbanist Extra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BC4F"/>
        </a:solidFill>
      </p:bgPr>
    </p:bg>
    <p:spTree>
      <p:nvGrpSpPr>
        <p:cNvPr id="93" name="Shape 93"/>
        <p:cNvGrpSpPr/>
        <p:nvPr/>
      </p:nvGrpSpPr>
      <p:grpSpPr>
        <a:xfrm>
          <a:off x="0" y="0"/>
          <a:ext cx="0" cy="0"/>
          <a:chOff x="0" y="0"/>
          <a:chExt cx="0" cy="0"/>
        </a:xfrm>
      </p:grpSpPr>
      <p:pic>
        <p:nvPicPr>
          <p:cNvPr descr="Image" id="94" name="Google Shape;94;p20"/>
          <p:cNvPicPr preferRelativeResize="0"/>
          <p:nvPr/>
        </p:nvPicPr>
        <p:blipFill rotWithShape="1">
          <a:blip r:embed="rId3">
            <a:alphaModFix/>
          </a:blip>
          <a:srcRect b="0" l="17898" r="0" t="23365"/>
          <a:stretch/>
        </p:blipFill>
        <p:spPr>
          <a:xfrm>
            <a:off x="-13412" y="-7809"/>
            <a:ext cx="1695545" cy="1169820"/>
          </a:xfrm>
          <a:prstGeom prst="rect">
            <a:avLst/>
          </a:prstGeom>
          <a:noFill/>
          <a:ln>
            <a:noFill/>
          </a:ln>
        </p:spPr>
      </p:pic>
      <p:sp>
        <p:nvSpPr>
          <p:cNvPr id="95" name="Google Shape;95;p20"/>
          <p:cNvSpPr txBox="1"/>
          <p:nvPr/>
        </p:nvSpPr>
        <p:spPr>
          <a:xfrm>
            <a:off x="476248" y="282675"/>
            <a:ext cx="5585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FFFFFF"/>
              </a:buClr>
              <a:buSzPts val="3000"/>
              <a:buFont typeface="Urbanist ExtraBold"/>
              <a:buNone/>
            </a:pPr>
            <a:r>
              <a:rPr lang="ru" sz="3000">
                <a:solidFill>
                  <a:srgbClr val="FFFFFF"/>
                </a:solidFill>
                <a:latin typeface="Urbanist ExtraBold"/>
                <a:ea typeface="Urbanist ExtraBold"/>
                <a:cs typeface="Urbanist ExtraBold"/>
                <a:sym typeface="Urbanist ExtraBold"/>
              </a:rPr>
              <a:t>Բանավեճ</a:t>
            </a:r>
            <a:endParaRPr b="0" i="0" sz="500" u="none" cap="none" strike="noStrike">
              <a:solidFill>
                <a:srgbClr val="000000"/>
              </a:solidFill>
              <a:latin typeface="Arial"/>
              <a:ea typeface="Arial"/>
              <a:cs typeface="Arial"/>
              <a:sym typeface="Arial"/>
            </a:endParaRPr>
          </a:p>
        </p:txBody>
      </p:sp>
      <p:sp>
        <p:nvSpPr>
          <p:cNvPr id="96" name="Google Shape;96;p20"/>
          <p:cNvSpPr txBox="1"/>
          <p:nvPr/>
        </p:nvSpPr>
        <p:spPr>
          <a:xfrm>
            <a:off x="949400" y="1114425"/>
            <a:ext cx="7313700" cy="3591900"/>
          </a:xfrm>
          <a:prstGeom prst="rect">
            <a:avLst/>
          </a:prstGeom>
          <a:noFill/>
          <a:ln>
            <a:noFill/>
          </a:ln>
        </p:spPr>
        <p:txBody>
          <a:bodyPr anchorCtr="0" anchor="t" bIns="17150" lIns="17150" spcFirstLastPara="1" rIns="17150" wrap="square" tIns="17150">
            <a:spAutoFit/>
          </a:bodyPr>
          <a:lstStyle/>
          <a:p>
            <a:pPr indent="0" lvl="0" marL="0" marR="0" rtl="0" algn="l">
              <a:lnSpc>
                <a:spcPct val="115000"/>
              </a:lnSpc>
              <a:spcBef>
                <a:spcPts val="0"/>
              </a:spcBef>
              <a:spcAft>
                <a:spcPts val="0"/>
              </a:spcAft>
              <a:buClr>
                <a:srgbClr val="3A475A"/>
              </a:buClr>
              <a:buSzPts val="1500"/>
              <a:buFont typeface="Urbanist Light"/>
              <a:buNone/>
            </a:pPr>
            <a:r>
              <a:rPr b="1" lang="ru" sz="1800">
                <a:solidFill>
                  <a:srgbClr val="3A475A"/>
                </a:solidFill>
                <a:latin typeface="Urbanist"/>
                <a:ea typeface="Urbanist"/>
                <a:cs typeface="Urbanist"/>
                <a:sym typeface="Urbanist"/>
              </a:rPr>
              <a:t>Ուսումնասիրեք </a:t>
            </a:r>
            <a:r>
              <a:rPr b="1" lang="ru" sz="1800">
                <a:solidFill>
                  <a:srgbClr val="3A475A"/>
                </a:solidFill>
                <a:latin typeface="Urbanist"/>
                <a:ea typeface="Urbanist"/>
                <a:cs typeface="Urbanist"/>
                <a:sym typeface="Urbanist"/>
              </a:rPr>
              <a:t>հետևյալ </a:t>
            </a:r>
            <a:r>
              <a:rPr b="1" lang="ru" sz="1800" u="sng">
                <a:solidFill>
                  <a:srgbClr val="2F5496"/>
                </a:solidFill>
                <a:latin typeface="Urbanist"/>
                <a:ea typeface="Urbanist"/>
                <a:cs typeface="Urbanist"/>
                <a:sym typeface="Urbanist"/>
                <a:hlinkClick r:id="rId4">
                  <a:extLst>
                    <a:ext uri="{A12FA001-AC4F-418D-AE19-62706E023703}">
                      <ahyp:hlinkClr val="tx"/>
                    </a:ext>
                  </a:extLst>
                </a:hlinkClick>
              </a:rPr>
              <a:t>հղմամբ</a:t>
            </a:r>
            <a:r>
              <a:rPr b="1" lang="ru" sz="1800">
                <a:solidFill>
                  <a:srgbClr val="3A475A"/>
                </a:solidFill>
                <a:latin typeface="Urbanist"/>
                <a:ea typeface="Urbanist"/>
                <a:cs typeface="Urbanist"/>
                <a:sym typeface="Urbanist"/>
              </a:rPr>
              <a:t> հասանելի նյութի ներածական մասը, որը վերաբերում է McDonald’s -ի աշխատանքի ընդունման գործընթացին։</a:t>
            </a:r>
            <a:endParaRPr b="1" sz="1800">
              <a:solidFill>
                <a:srgbClr val="3A475A"/>
              </a:solidFill>
              <a:latin typeface="Urbanist"/>
              <a:ea typeface="Urbanist"/>
              <a:cs typeface="Urbanist"/>
              <a:sym typeface="Urbanist"/>
            </a:endParaRPr>
          </a:p>
          <a:p>
            <a:pPr indent="-342900" lvl="0" marL="457200" rtl="0" algn="l">
              <a:spcBef>
                <a:spcPts val="1000"/>
              </a:spcBef>
              <a:spcAft>
                <a:spcPts val="0"/>
              </a:spcAft>
              <a:buClr>
                <a:schemeClr val="lt1"/>
              </a:buClr>
              <a:buSzPts val="1800"/>
              <a:buFont typeface="Urbanist"/>
              <a:buChar char="●"/>
            </a:pPr>
            <a:r>
              <a:rPr lang="ru" sz="1800">
                <a:latin typeface="Urbanist"/>
                <a:ea typeface="Urbanist"/>
                <a:cs typeface="Urbanist"/>
                <a:sym typeface="Urbanist"/>
              </a:rPr>
              <a:t>McDonald’s -ի ԱԲ ծրագրային գործակալը, որը նախատեսված էր աշխատանքի ընդունման գործընթացի պարզեցման համար, պահպանում էր միլիոնավոր զրույցներ՝ զգայուն տվյալների անմիջական մասնակցությամբ։ </a:t>
            </a:r>
            <a:endParaRPr sz="1800">
              <a:latin typeface="Urbanist"/>
              <a:ea typeface="Urbanist"/>
              <a:cs typeface="Urbanist"/>
              <a:sym typeface="Urbanist"/>
            </a:endParaRPr>
          </a:p>
          <a:p>
            <a:pPr indent="-342900" lvl="0" marL="457200" rtl="0" algn="l">
              <a:spcBef>
                <a:spcPts val="1000"/>
              </a:spcBef>
              <a:spcAft>
                <a:spcPts val="0"/>
              </a:spcAft>
              <a:buClr>
                <a:schemeClr val="lt1"/>
              </a:buClr>
              <a:buSzPts val="1800"/>
              <a:buFont typeface="Urbanist"/>
              <a:buChar char="●"/>
            </a:pPr>
            <a:r>
              <a:rPr lang="ru" sz="1800">
                <a:latin typeface="Urbanist"/>
                <a:ea typeface="Urbanist"/>
                <a:cs typeface="Urbanist"/>
                <a:sym typeface="Urbanist"/>
              </a:rPr>
              <a:t>Հավելվածի մուտքի անչափ պարզ ծածկագրի (“123456”) պատճառով համակարգը բացահայտում էր աշխատանքի դիմում ներկայացրած անձանց անձնական տվյալները։</a:t>
            </a:r>
            <a:endParaRPr sz="2200">
              <a:solidFill>
                <a:srgbClr val="222D3D"/>
              </a:solidFill>
              <a:latin typeface="Urbanist Medium"/>
              <a:ea typeface="Urbanist Medium"/>
              <a:cs typeface="Urbanist Medium"/>
              <a:sym typeface="Urbanist Medium"/>
            </a:endParaRPr>
          </a:p>
          <a:p>
            <a:pPr indent="0" lvl="0" marL="0" marR="0" rtl="0" algn="l">
              <a:lnSpc>
                <a:spcPct val="115000"/>
              </a:lnSpc>
              <a:spcBef>
                <a:spcPts val="1000"/>
              </a:spcBef>
              <a:spcAft>
                <a:spcPts val="1000"/>
              </a:spcAft>
              <a:buClr>
                <a:srgbClr val="3A475A"/>
              </a:buClr>
              <a:buSzPts val="1500"/>
              <a:buFont typeface="Urbanist Light"/>
              <a:buNone/>
            </a:pPr>
            <a:r>
              <a:t/>
            </a:r>
            <a:endParaRPr sz="1800">
              <a:solidFill>
                <a:srgbClr val="3A475A"/>
              </a:solidFill>
              <a:latin typeface="Urbanist Medium"/>
              <a:ea typeface="Urbanist Medium"/>
              <a:cs typeface="Urbanist Medium"/>
              <a:sym typeface="Urbanist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BC4F"/>
        </a:solidFill>
      </p:bgPr>
    </p:bg>
    <p:spTree>
      <p:nvGrpSpPr>
        <p:cNvPr id="100" name="Shape 100"/>
        <p:cNvGrpSpPr/>
        <p:nvPr/>
      </p:nvGrpSpPr>
      <p:grpSpPr>
        <a:xfrm>
          <a:off x="0" y="0"/>
          <a:ext cx="0" cy="0"/>
          <a:chOff x="0" y="0"/>
          <a:chExt cx="0" cy="0"/>
        </a:xfrm>
      </p:grpSpPr>
      <p:pic>
        <p:nvPicPr>
          <p:cNvPr descr="Image" id="101" name="Google Shape;101;p21"/>
          <p:cNvPicPr preferRelativeResize="0"/>
          <p:nvPr/>
        </p:nvPicPr>
        <p:blipFill rotWithShape="1">
          <a:blip r:embed="rId3">
            <a:alphaModFix/>
          </a:blip>
          <a:srcRect b="0" l="17898" r="0" t="23365"/>
          <a:stretch/>
        </p:blipFill>
        <p:spPr>
          <a:xfrm>
            <a:off x="-13412" y="-7809"/>
            <a:ext cx="1695545" cy="1169820"/>
          </a:xfrm>
          <a:prstGeom prst="rect">
            <a:avLst/>
          </a:prstGeom>
          <a:noFill/>
          <a:ln>
            <a:noFill/>
          </a:ln>
        </p:spPr>
      </p:pic>
      <p:sp>
        <p:nvSpPr>
          <p:cNvPr id="102" name="Google Shape;102;p21"/>
          <p:cNvSpPr txBox="1"/>
          <p:nvPr/>
        </p:nvSpPr>
        <p:spPr>
          <a:xfrm>
            <a:off x="476248" y="282675"/>
            <a:ext cx="5585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FFFFFF"/>
              </a:buClr>
              <a:buSzPts val="3000"/>
              <a:buFont typeface="Urbanist ExtraBold"/>
              <a:buNone/>
            </a:pPr>
            <a:r>
              <a:rPr lang="ru" sz="3000">
                <a:solidFill>
                  <a:srgbClr val="FFFFFF"/>
                </a:solidFill>
                <a:latin typeface="Urbanist ExtraBold"/>
                <a:ea typeface="Urbanist ExtraBold"/>
                <a:cs typeface="Urbanist ExtraBold"/>
                <a:sym typeface="Urbanist ExtraBold"/>
              </a:rPr>
              <a:t>Բանավեճ</a:t>
            </a:r>
            <a:endParaRPr b="0" i="0" sz="500" u="none" cap="none" strike="noStrike">
              <a:solidFill>
                <a:srgbClr val="000000"/>
              </a:solidFill>
              <a:latin typeface="Arial"/>
              <a:ea typeface="Arial"/>
              <a:cs typeface="Arial"/>
              <a:sym typeface="Arial"/>
            </a:endParaRPr>
          </a:p>
        </p:txBody>
      </p:sp>
      <p:sp>
        <p:nvSpPr>
          <p:cNvPr id="103" name="Google Shape;103;p21"/>
          <p:cNvSpPr/>
          <p:nvPr/>
        </p:nvSpPr>
        <p:spPr>
          <a:xfrm>
            <a:off x="598925" y="1228500"/>
            <a:ext cx="3704400" cy="3317100"/>
          </a:xfrm>
          <a:prstGeom prst="roundRect">
            <a:avLst>
              <a:gd fmla="val 14576" name="adj"/>
            </a:avLst>
          </a:prstGeom>
          <a:solidFill>
            <a:srgbClr val="3C4758"/>
          </a:solidFill>
          <a:ln>
            <a:noFill/>
          </a:ln>
        </p:spPr>
        <p:txBody>
          <a:bodyPr anchorCtr="0" anchor="ctr" bIns="20100" lIns="20100" spcFirstLastPara="1" rIns="20100" wrap="square" tIns="20100">
            <a:noAutofit/>
          </a:bodyPr>
          <a:lstStyle/>
          <a:p>
            <a:pPr indent="0" lvl="0" marL="0" rtl="0" algn="ctr">
              <a:spcBef>
                <a:spcPts val="0"/>
              </a:spcBef>
              <a:spcAft>
                <a:spcPts val="0"/>
              </a:spcAft>
              <a:buClr>
                <a:schemeClr val="dk1"/>
              </a:buClr>
              <a:buSzPts val="1100"/>
              <a:buFont typeface="Arial"/>
              <a:buNone/>
            </a:pPr>
            <a:r>
              <a:rPr lang="ru" sz="1800">
                <a:solidFill>
                  <a:schemeClr val="lt1"/>
                </a:solidFill>
                <a:latin typeface="Urbanist"/>
                <a:ea typeface="Urbanist"/>
                <a:cs typeface="Urbanist"/>
                <a:sym typeface="Urbanist"/>
              </a:rPr>
              <a:t>Աջակցում է ԱԲ ծրագրային գործակալների օգտագործմանը (պաշտպանված պայմաններում)։</a:t>
            </a:r>
            <a:endParaRPr b="1" i="0" sz="1500" u="none" cap="none" strike="noStrike">
              <a:solidFill>
                <a:schemeClr val="lt1"/>
              </a:solidFill>
              <a:latin typeface="Urbanist"/>
              <a:ea typeface="Urbanist"/>
              <a:cs typeface="Urbanist"/>
              <a:sym typeface="Urbanist"/>
            </a:endParaRPr>
          </a:p>
        </p:txBody>
      </p:sp>
      <p:sp>
        <p:nvSpPr>
          <p:cNvPr id="104" name="Google Shape;104;p21"/>
          <p:cNvSpPr txBox="1"/>
          <p:nvPr/>
        </p:nvSpPr>
        <p:spPr>
          <a:xfrm>
            <a:off x="768676" y="1567425"/>
            <a:ext cx="3279300" cy="342600"/>
          </a:xfrm>
          <a:prstGeom prst="rect">
            <a:avLst/>
          </a:prstGeom>
          <a:noFill/>
          <a:ln>
            <a:noFill/>
          </a:ln>
        </p:spPr>
        <p:txBody>
          <a:bodyPr anchorCtr="0" anchor="t" bIns="17150" lIns="17150" spcFirstLastPara="1" rIns="17150" wrap="square" tIns="17150">
            <a:spAutoFit/>
          </a:bodyPr>
          <a:lstStyle/>
          <a:p>
            <a:pPr indent="0" lvl="0" marL="0" marR="0" rtl="0" algn="ctr">
              <a:lnSpc>
                <a:spcPct val="100000"/>
              </a:lnSpc>
              <a:spcBef>
                <a:spcPts val="0"/>
              </a:spcBef>
              <a:spcAft>
                <a:spcPts val="0"/>
              </a:spcAft>
              <a:buClr>
                <a:srgbClr val="FFFFFF"/>
              </a:buClr>
              <a:buSzPts val="1400"/>
              <a:buFont typeface="Urbanist"/>
              <a:buNone/>
            </a:pPr>
            <a:r>
              <a:rPr b="1" lang="ru" sz="2000">
                <a:solidFill>
                  <a:srgbClr val="FFFFFF"/>
                </a:solidFill>
                <a:latin typeface="Urbanist"/>
                <a:ea typeface="Urbanist"/>
                <a:cs typeface="Urbanist"/>
                <a:sym typeface="Urbanist"/>
              </a:rPr>
              <a:t>ԹԻՄ Ա</a:t>
            </a:r>
            <a:endParaRPr b="0" i="0" sz="2000" u="none" cap="none" strike="noStrike">
              <a:solidFill>
                <a:srgbClr val="000000"/>
              </a:solidFill>
              <a:latin typeface="Arial"/>
              <a:ea typeface="Arial"/>
              <a:cs typeface="Arial"/>
              <a:sym typeface="Arial"/>
            </a:endParaRPr>
          </a:p>
        </p:txBody>
      </p:sp>
      <p:sp>
        <p:nvSpPr>
          <p:cNvPr id="105" name="Google Shape;105;p21"/>
          <p:cNvSpPr/>
          <p:nvPr/>
        </p:nvSpPr>
        <p:spPr>
          <a:xfrm>
            <a:off x="4646927" y="1228500"/>
            <a:ext cx="3704400" cy="3317100"/>
          </a:xfrm>
          <a:prstGeom prst="roundRect">
            <a:avLst>
              <a:gd fmla="val 14576" name="adj"/>
            </a:avLst>
          </a:prstGeom>
          <a:solidFill>
            <a:srgbClr val="3C4758"/>
          </a:solidFill>
          <a:ln>
            <a:noFill/>
          </a:ln>
        </p:spPr>
        <p:txBody>
          <a:bodyPr anchorCtr="0" anchor="ctr" bIns="20100" lIns="20100" spcFirstLastPara="1" rIns="20100" wrap="square" tIns="20100">
            <a:noAutofit/>
          </a:bodyPr>
          <a:lstStyle/>
          <a:p>
            <a:pPr indent="0" lvl="0" marL="0" rtl="0" algn="ctr">
              <a:spcBef>
                <a:spcPts val="0"/>
              </a:spcBef>
              <a:spcAft>
                <a:spcPts val="0"/>
              </a:spcAft>
              <a:buClr>
                <a:schemeClr val="dk1"/>
              </a:buClr>
              <a:buSzPts val="1100"/>
              <a:buFont typeface="Arial"/>
              <a:buNone/>
            </a:pPr>
            <a:r>
              <a:rPr lang="ru" sz="1800">
                <a:solidFill>
                  <a:schemeClr val="lt1"/>
                </a:solidFill>
                <a:latin typeface="Urbanist"/>
                <a:ea typeface="Urbanist"/>
                <a:cs typeface="Urbanist"/>
                <a:sym typeface="Urbanist"/>
              </a:rPr>
              <a:t>Դեմ է ԱԲ ծրագրային գործակալների կիրառմանը աշխատանքի ընդունման գործընթացում:</a:t>
            </a:r>
            <a:endParaRPr b="1" i="0" sz="1100" u="none" cap="none" strike="noStrike">
              <a:solidFill>
                <a:srgbClr val="000000"/>
              </a:solidFill>
              <a:latin typeface="Helvetica Neue"/>
              <a:ea typeface="Helvetica Neue"/>
              <a:cs typeface="Helvetica Neue"/>
              <a:sym typeface="Helvetica Neue"/>
            </a:endParaRPr>
          </a:p>
        </p:txBody>
      </p:sp>
      <p:sp>
        <p:nvSpPr>
          <p:cNvPr id="106" name="Google Shape;106;p21"/>
          <p:cNvSpPr txBox="1"/>
          <p:nvPr/>
        </p:nvSpPr>
        <p:spPr>
          <a:xfrm>
            <a:off x="4883476" y="1567425"/>
            <a:ext cx="3279300" cy="342600"/>
          </a:xfrm>
          <a:prstGeom prst="rect">
            <a:avLst/>
          </a:prstGeom>
          <a:noFill/>
          <a:ln>
            <a:noFill/>
          </a:ln>
        </p:spPr>
        <p:txBody>
          <a:bodyPr anchorCtr="0" anchor="t" bIns="17150" lIns="17150" spcFirstLastPara="1" rIns="17150" wrap="square" tIns="17150">
            <a:spAutoFit/>
          </a:bodyPr>
          <a:lstStyle/>
          <a:p>
            <a:pPr indent="0" lvl="0" marL="0" marR="0" rtl="0" algn="ctr">
              <a:lnSpc>
                <a:spcPct val="100000"/>
              </a:lnSpc>
              <a:spcBef>
                <a:spcPts val="0"/>
              </a:spcBef>
              <a:spcAft>
                <a:spcPts val="0"/>
              </a:spcAft>
              <a:buClr>
                <a:srgbClr val="FFFFFF"/>
              </a:buClr>
              <a:buSzPts val="1400"/>
              <a:buFont typeface="Urbanist"/>
              <a:buNone/>
            </a:pPr>
            <a:r>
              <a:rPr b="1" lang="ru" sz="2000">
                <a:solidFill>
                  <a:srgbClr val="FFFFFF"/>
                </a:solidFill>
                <a:latin typeface="Urbanist"/>
                <a:ea typeface="Urbanist"/>
                <a:cs typeface="Urbanist"/>
                <a:sym typeface="Urbanist"/>
              </a:rPr>
              <a:t>ԹԻՄ Բ</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descr="Image" id="111" name="Google Shape;111;p22"/>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12" name="Google Shape;112;p22"/>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ԱԲ կիրառում</a:t>
            </a:r>
            <a:endParaRPr b="0" i="0" sz="500" u="none" cap="none" strike="noStrike">
              <a:solidFill>
                <a:srgbClr val="000000"/>
              </a:solidFill>
              <a:latin typeface="Arial"/>
              <a:ea typeface="Arial"/>
              <a:cs typeface="Arial"/>
              <a:sym typeface="Arial"/>
            </a:endParaRPr>
          </a:p>
        </p:txBody>
      </p:sp>
      <p:sp>
        <p:nvSpPr>
          <p:cNvPr id="113" name="Google Shape;113;p22"/>
          <p:cNvSpPr txBox="1"/>
          <p:nvPr/>
        </p:nvSpPr>
        <p:spPr>
          <a:xfrm>
            <a:off x="642925" y="1831425"/>
            <a:ext cx="8162400" cy="1825200"/>
          </a:xfrm>
          <a:prstGeom prst="rect">
            <a:avLst/>
          </a:prstGeom>
          <a:noFill/>
          <a:ln>
            <a:noFill/>
          </a:ln>
        </p:spPr>
        <p:txBody>
          <a:bodyPr anchorCtr="0" anchor="t" bIns="17150" lIns="17150" spcFirstLastPara="1" rIns="17150" wrap="square" tIns="17150">
            <a:spAutoFit/>
          </a:bodyPr>
          <a:lstStyle/>
          <a:p>
            <a:pPr indent="-330200" lvl="0" marL="457200" rtl="0" algn="l">
              <a:lnSpc>
                <a:spcPct val="115000"/>
              </a:lnSpc>
              <a:spcBef>
                <a:spcPts val="0"/>
              </a:spcBef>
              <a:spcAft>
                <a:spcPts val="0"/>
              </a:spcAft>
              <a:buClr>
                <a:srgbClr val="FDC672"/>
              </a:buClr>
              <a:buSzPts val="1600"/>
              <a:buFont typeface="Urbanist"/>
              <a:buChar char="●"/>
            </a:pPr>
            <a:r>
              <a:rPr lang="ru" sz="1600">
                <a:latin typeface="Urbanist"/>
                <a:ea typeface="Urbanist"/>
                <a:cs typeface="Urbanist"/>
                <a:sym typeface="Urbanist"/>
              </a:rPr>
              <a:t>Արհեստական բանականության կիրառումը դասասենյակներում դարձել է անխուսափելի։ </a:t>
            </a:r>
            <a:endParaRPr sz="1600">
              <a:latin typeface="Urbanist"/>
              <a:ea typeface="Urbanist"/>
              <a:cs typeface="Urbanist"/>
              <a:sym typeface="Urbanist"/>
            </a:endParaRPr>
          </a:p>
          <a:p>
            <a:pPr indent="-330200" lvl="0" marL="457200" rtl="0" algn="l">
              <a:lnSpc>
                <a:spcPct val="115000"/>
              </a:lnSpc>
              <a:spcBef>
                <a:spcPts val="1000"/>
              </a:spcBef>
              <a:spcAft>
                <a:spcPts val="1000"/>
              </a:spcAft>
              <a:buClr>
                <a:srgbClr val="FDC672"/>
              </a:buClr>
              <a:buSzPts val="1600"/>
              <a:buFont typeface="Urbanist"/>
              <a:buChar char="●"/>
            </a:pPr>
            <a:r>
              <a:rPr lang="ru" sz="1600">
                <a:latin typeface="Urbanist"/>
                <a:ea typeface="Urbanist"/>
                <a:cs typeface="Urbanist"/>
                <a:sym typeface="Urbanist"/>
              </a:rPr>
              <a:t>Փոխարենը, որ այն ամբողջությամբ արգելվի, կարելի է ընդգծել, որ ԱԲ-ն կարող է դառնալ արդյունավետ և օգտակար գործիք ուսուցման մեջ։ Սակայն դրա արդար և նպատակային օգտագործումը պահանջում է գիտակցված ու պատասխանատու մոտեցում։</a:t>
            </a:r>
            <a:endParaRPr sz="1600">
              <a:latin typeface="Urbanist"/>
              <a:ea typeface="Urbanist"/>
              <a:cs typeface="Urbanist"/>
              <a:sym typeface="Urbanis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descr="Image" id="118" name="Google Shape;118;p23"/>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19" name="Google Shape;119;p23"/>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Մոտեցումներ</a:t>
            </a:r>
            <a:endParaRPr b="0" i="0" sz="500" u="none" cap="none" strike="noStrike">
              <a:solidFill>
                <a:srgbClr val="000000"/>
              </a:solidFill>
              <a:latin typeface="Arial"/>
              <a:ea typeface="Arial"/>
              <a:cs typeface="Arial"/>
              <a:sym typeface="Arial"/>
            </a:endParaRPr>
          </a:p>
        </p:txBody>
      </p:sp>
      <p:sp>
        <p:nvSpPr>
          <p:cNvPr id="120" name="Google Shape;120;p23"/>
          <p:cNvSpPr txBox="1"/>
          <p:nvPr/>
        </p:nvSpPr>
        <p:spPr>
          <a:xfrm>
            <a:off x="642925" y="1831425"/>
            <a:ext cx="8162400" cy="12942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None/>
            </a:pPr>
            <a:r>
              <a:rPr b="1" lang="ru" sz="1800">
                <a:solidFill>
                  <a:schemeClr val="dk2"/>
                </a:solidFill>
                <a:latin typeface="Urbanist"/>
                <a:ea typeface="Urbanist"/>
                <a:cs typeface="Urbanist"/>
                <a:sym typeface="Urbanist"/>
              </a:rPr>
              <a:t>Վերահսկել և չհանձնել ամբողջական որոշումներ ԱԲ-ին։</a:t>
            </a:r>
            <a:endParaRPr b="1" sz="1800">
              <a:solidFill>
                <a:schemeClr val="dk2"/>
              </a:solidFill>
              <a:latin typeface="Urbanist"/>
              <a:ea typeface="Urbanist"/>
              <a:cs typeface="Urbanist"/>
              <a:sym typeface="Urbanist"/>
            </a:endParaRPr>
          </a:p>
          <a:p>
            <a:pPr indent="0" lvl="0" marL="0" rtl="0" algn="l">
              <a:lnSpc>
                <a:spcPct val="115000"/>
              </a:lnSpc>
              <a:spcBef>
                <a:spcPts val="1000"/>
              </a:spcBef>
              <a:spcAft>
                <a:spcPts val="0"/>
              </a:spcAft>
              <a:buNone/>
            </a:pPr>
            <a:r>
              <a:rPr lang="ru" sz="1600">
                <a:latin typeface="Urbanist"/>
                <a:ea typeface="Urbanist"/>
                <a:cs typeface="Urbanist"/>
                <a:sym typeface="Urbanist"/>
              </a:rPr>
              <a:t>ԱԲ-ն պետք է դիտարկել որպես օգնական, ոչ թե որպես վերջնական դատավոր։ Մարդիկ պետք է վերանայեն և հաստատեն ԱԲ-ի որոշումները՝ հատկապես կարևոր ոլորտներում, օրինակ՝ առողջապահություն, կրթություն կամ դատական համակարգ։</a:t>
            </a:r>
            <a:endParaRPr sz="1600">
              <a:latin typeface="Urbanist"/>
              <a:ea typeface="Urbanist"/>
              <a:cs typeface="Urbanist"/>
              <a:sym typeface="Urbanis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descr="Image" id="125" name="Google Shape;125;p24"/>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26" name="Google Shape;126;p24"/>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Մոտեցումներ</a:t>
            </a:r>
            <a:endParaRPr b="0" i="0" sz="500" u="none" cap="none" strike="noStrike">
              <a:solidFill>
                <a:srgbClr val="000000"/>
              </a:solidFill>
              <a:latin typeface="Arial"/>
              <a:ea typeface="Arial"/>
              <a:cs typeface="Arial"/>
              <a:sym typeface="Arial"/>
            </a:endParaRPr>
          </a:p>
        </p:txBody>
      </p:sp>
      <p:sp>
        <p:nvSpPr>
          <p:cNvPr id="127" name="Google Shape;127;p24"/>
          <p:cNvSpPr txBox="1"/>
          <p:nvPr/>
        </p:nvSpPr>
        <p:spPr>
          <a:xfrm>
            <a:off x="642925" y="1831425"/>
            <a:ext cx="8162400" cy="34296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None/>
            </a:pPr>
            <a:r>
              <a:rPr b="1" lang="ru" sz="1800">
                <a:solidFill>
                  <a:schemeClr val="dk2"/>
                </a:solidFill>
                <a:latin typeface="Urbanist"/>
                <a:ea typeface="Urbanist"/>
                <a:cs typeface="Urbanist"/>
                <a:sym typeface="Urbanist"/>
              </a:rPr>
              <a:t>Օրինակ՝ ԱԲ-ի կիրառումը առողջապահության ոլորտում</a:t>
            </a:r>
            <a:endParaRPr sz="1600">
              <a:latin typeface="Urbanist"/>
              <a:ea typeface="Urbanist"/>
              <a:cs typeface="Urbanist"/>
              <a:sym typeface="Urbanist"/>
            </a:endParaRPr>
          </a:p>
          <a:p>
            <a:pPr indent="-330200" lvl="0" marL="457200" rtl="0" algn="l">
              <a:lnSpc>
                <a:spcPct val="115000"/>
              </a:lnSpc>
              <a:spcBef>
                <a:spcPts val="120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Դիտարկենք առողջապահական ԱԲ համակարգ, որը վերլուծում է հիվանդի ախտանիշները և նախնական ախտորոշում է տալիս՝ հիմնվելով հազարավոր նախորդ դեպքերի վրա։</a:t>
            </a:r>
            <a:endParaRPr sz="1600">
              <a:solidFill>
                <a:schemeClr val="dk1"/>
              </a:solidFill>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Մի օր համակարգը եզրակացնում է, որ 70-ամյա հիվանդը պարզապես մրսածություն ունի, չնայած նրա մոտ առկա են բարձր ջերմություն, հոգնածություն և այլ մտահոգիչ նշաններ։</a:t>
            </a:r>
            <a:endParaRPr sz="1600">
              <a:solidFill>
                <a:schemeClr val="dk1"/>
              </a:solidFill>
              <a:latin typeface="Urbanist"/>
              <a:ea typeface="Urbanist"/>
              <a:cs typeface="Urbanist"/>
              <a:sym typeface="Urbanist"/>
            </a:endParaRPr>
          </a:p>
          <a:p>
            <a:pPr indent="-330200" lvl="0" marL="457200" rtl="0" algn="l">
              <a:lnSpc>
                <a:spcPct val="115000"/>
              </a:lnSpc>
              <a:spcBef>
                <a:spcPts val="1200"/>
              </a:spcBef>
              <a:spcAft>
                <a:spcPts val="0"/>
              </a:spcAft>
              <a:buClr>
                <a:srgbClr val="FDC672"/>
              </a:buClr>
              <a:buSzPts val="1600"/>
              <a:buFont typeface="Urbanist"/>
              <a:buChar char="●"/>
            </a:pPr>
            <a:r>
              <a:rPr i="1" lang="ru" sz="1600">
                <a:solidFill>
                  <a:schemeClr val="dk1"/>
                </a:solidFill>
                <a:latin typeface="Urbanist"/>
                <a:ea typeface="Urbanist"/>
                <a:cs typeface="Urbanist"/>
                <a:sym typeface="Urbanist"/>
              </a:rPr>
              <a:t>(Լրացուցիչ կարդալ՝ «</a:t>
            </a:r>
            <a:r>
              <a:rPr i="1" lang="ru" sz="1600" u="sng">
                <a:solidFill>
                  <a:schemeClr val="hlink"/>
                </a:solidFill>
                <a:latin typeface="Urbanist"/>
                <a:ea typeface="Urbanist"/>
                <a:cs typeface="Urbanist"/>
                <a:sym typeface="Urbanist"/>
                <a:hlinkClick r:id="rId4"/>
              </a:rPr>
              <a:t>Artificial intelligence is up to the challenge of reducing human suffering, experts say. Are we?</a:t>
            </a:r>
            <a:r>
              <a:rPr i="1" lang="ru" sz="1600">
                <a:solidFill>
                  <a:schemeClr val="dk1"/>
                </a:solidFill>
                <a:latin typeface="Urbanist"/>
                <a:ea typeface="Urbanist"/>
                <a:cs typeface="Urbanist"/>
                <a:sym typeface="Urbanist"/>
              </a:rPr>
              <a:t>»)</a:t>
            </a:r>
            <a:endParaRPr i="1" sz="1600">
              <a:solidFill>
                <a:schemeClr val="dk1"/>
              </a:solidFill>
              <a:latin typeface="Urbanist"/>
              <a:ea typeface="Urbanist"/>
              <a:cs typeface="Urbanist"/>
              <a:sym typeface="Urbanist"/>
            </a:endParaRPr>
          </a:p>
          <a:p>
            <a:pPr indent="0" lvl="0" marL="0" rtl="0" algn="l">
              <a:lnSpc>
                <a:spcPct val="115000"/>
              </a:lnSpc>
              <a:spcBef>
                <a:spcPts val="1000"/>
              </a:spcBef>
              <a:spcAft>
                <a:spcPts val="0"/>
              </a:spcAft>
              <a:buNone/>
            </a:pPr>
            <a:r>
              <a:t/>
            </a:r>
            <a:endParaRPr sz="1600">
              <a:latin typeface="Urbanist"/>
              <a:ea typeface="Urbanist"/>
              <a:cs typeface="Urbanist"/>
              <a:sym typeface="Urbanis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descr="Image" id="132" name="Google Shape;132;p25"/>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33" name="Google Shape;133;p25"/>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Մոտեցումներ</a:t>
            </a:r>
            <a:endParaRPr b="0" i="0" sz="500" u="none" cap="none" strike="noStrike">
              <a:solidFill>
                <a:srgbClr val="000000"/>
              </a:solidFill>
              <a:latin typeface="Arial"/>
              <a:ea typeface="Arial"/>
              <a:cs typeface="Arial"/>
              <a:sym typeface="Arial"/>
            </a:endParaRPr>
          </a:p>
        </p:txBody>
      </p:sp>
      <p:sp>
        <p:nvSpPr>
          <p:cNvPr id="134" name="Google Shape;134;p25"/>
          <p:cNvSpPr txBox="1"/>
          <p:nvPr/>
        </p:nvSpPr>
        <p:spPr>
          <a:xfrm>
            <a:off x="642925" y="1831425"/>
            <a:ext cx="8162400" cy="21438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None/>
            </a:pPr>
            <a:r>
              <a:rPr b="1" lang="ru" sz="1800">
                <a:solidFill>
                  <a:schemeClr val="dk2"/>
                </a:solidFill>
                <a:latin typeface="Urbanist"/>
                <a:ea typeface="Urbanist"/>
                <a:cs typeface="Urbanist"/>
                <a:sym typeface="Urbanist"/>
              </a:rPr>
              <a:t>Ի՞նչ կարող է անել բժիշկը</a:t>
            </a:r>
            <a:endParaRPr sz="1600">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latin typeface="Urbanist"/>
                <a:ea typeface="Urbanist"/>
                <a:cs typeface="Urbanist"/>
                <a:sym typeface="Urbanist"/>
              </a:rPr>
              <a:t>Բժիշկը կարող է պարզապես վստահել ԱԲ-ի առաջարկին, սակայն շատ ավելի ճիշտ կլինի կրկնակի ստուգել ախտանիշները և ուղարկել հիվանդին լրացուցիչ հետազոտության։ </a:t>
            </a:r>
            <a:endParaRPr sz="1600">
              <a:latin typeface="Urbanist"/>
              <a:ea typeface="Urbanist"/>
              <a:cs typeface="Urbanist"/>
              <a:sym typeface="Urbanist"/>
            </a:endParaRPr>
          </a:p>
          <a:p>
            <a:pPr indent="-330200" lvl="0" marL="457200" rtl="0" algn="l">
              <a:lnSpc>
                <a:spcPct val="115000"/>
              </a:lnSpc>
              <a:spcBef>
                <a:spcPts val="0"/>
              </a:spcBef>
              <a:spcAft>
                <a:spcPts val="0"/>
              </a:spcAft>
              <a:buClr>
                <a:srgbClr val="FDC672"/>
              </a:buClr>
              <a:buSzPts val="1600"/>
              <a:buFont typeface="Urbanist"/>
              <a:buChar char="●"/>
            </a:pPr>
            <a:r>
              <a:rPr lang="ru" sz="1600">
                <a:latin typeface="Urbanist"/>
                <a:ea typeface="Urbanist"/>
                <a:cs typeface="Urbanist"/>
                <a:sym typeface="Urbanist"/>
              </a:rPr>
              <a:t>Հնարավոր է՝ իրականում հիվանդն ունի թոքաբորբ՝ վիճակ, որը պահանջում է անհապաղ և լուրջ բուժում։</a:t>
            </a:r>
            <a:endParaRPr i="1" sz="1800">
              <a:solidFill>
                <a:schemeClr val="dk1"/>
              </a:solidFill>
              <a:latin typeface="Urbanist"/>
              <a:ea typeface="Urbanist"/>
              <a:cs typeface="Urbanist"/>
              <a:sym typeface="Urbanist"/>
            </a:endParaRPr>
          </a:p>
          <a:p>
            <a:pPr indent="0" lvl="0" marL="0" rtl="0" algn="l">
              <a:lnSpc>
                <a:spcPct val="115000"/>
              </a:lnSpc>
              <a:spcBef>
                <a:spcPts val="0"/>
              </a:spcBef>
              <a:spcAft>
                <a:spcPts val="0"/>
              </a:spcAft>
              <a:buNone/>
            </a:pPr>
            <a:r>
              <a:t/>
            </a:r>
            <a:endParaRPr sz="1600">
              <a:latin typeface="Urbanist"/>
              <a:ea typeface="Urbanist"/>
              <a:cs typeface="Urbanist"/>
              <a:sym typeface="Urbanis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descr="Image" id="139" name="Google Shape;139;p26"/>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40" name="Google Shape;140;p26"/>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Մոտեցումներ</a:t>
            </a:r>
            <a:endParaRPr b="0" i="0" sz="500" u="none" cap="none" strike="noStrike">
              <a:solidFill>
                <a:srgbClr val="000000"/>
              </a:solidFill>
              <a:latin typeface="Arial"/>
              <a:ea typeface="Arial"/>
              <a:cs typeface="Arial"/>
              <a:sym typeface="Arial"/>
            </a:endParaRPr>
          </a:p>
        </p:txBody>
      </p:sp>
      <p:sp>
        <p:nvSpPr>
          <p:cNvPr id="141" name="Google Shape;141;p26"/>
          <p:cNvSpPr txBox="1"/>
          <p:nvPr/>
        </p:nvSpPr>
        <p:spPr>
          <a:xfrm>
            <a:off x="642925" y="1831425"/>
            <a:ext cx="8162400" cy="10368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None/>
            </a:pPr>
            <a:r>
              <a:rPr b="1" lang="ru" sz="1800">
                <a:solidFill>
                  <a:schemeClr val="dk2"/>
                </a:solidFill>
                <a:latin typeface="Urbanist"/>
                <a:ea typeface="Urbanist"/>
                <a:cs typeface="Urbanist"/>
                <a:sym typeface="Urbanist"/>
              </a:rPr>
              <a:t>Հասկանալ տվյալների դերը</a:t>
            </a:r>
            <a:endParaRPr b="1" sz="1800">
              <a:solidFill>
                <a:schemeClr val="dk2"/>
              </a:solidFill>
              <a:latin typeface="Urbanist"/>
              <a:ea typeface="Urbanist"/>
              <a:cs typeface="Urbanist"/>
              <a:sym typeface="Urbanist"/>
            </a:endParaRPr>
          </a:p>
          <a:p>
            <a:pPr indent="0" lvl="0" marL="0" rtl="0" algn="l">
              <a:lnSpc>
                <a:spcPct val="115000"/>
              </a:lnSpc>
              <a:spcBef>
                <a:spcPts val="1200"/>
              </a:spcBef>
              <a:spcAft>
                <a:spcPts val="1200"/>
              </a:spcAft>
              <a:buClr>
                <a:schemeClr val="dk1"/>
              </a:buClr>
              <a:buSzPts val="1100"/>
              <a:buFont typeface="Arial"/>
              <a:buNone/>
            </a:pPr>
            <a:r>
              <a:rPr lang="ru" sz="1600">
                <a:latin typeface="Urbanist"/>
                <a:ea typeface="Urbanist"/>
                <a:cs typeface="Urbanist"/>
                <a:sym typeface="Urbanist"/>
              </a:rPr>
              <a:t>ԱԲ համակարգերը սովորում են՝ հիմնվելով տվյալների վրա։ Եթե տվյալները կողմնակալ կամ թերի են, համակարգն էլ կարող է կողմնակալ լինել։</a:t>
            </a:r>
            <a:endParaRPr sz="1600">
              <a:latin typeface="Urbanist"/>
              <a:ea typeface="Urbanist"/>
              <a:cs typeface="Urbanist"/>
              <a:sym typeface="Urbanis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descr="Image" id="146" name="Google Shape;146;p27"/>
          <p:cNvPicPr preferRelativeResize="0"/>
          <p:nvPr>
            <p:ph idx="2" type="pic"/>
          </p:nvPr>
        </p:nvPicPr>
        <p:blipFill rotWithShape="1">
          <a:blip r:embed="rId3">
            <a:alphaModFix/>
          </a:blip>
          <a:srcRect b="0" l="0" r="0" t="0"/>
          <a:stretch/>
        </p:blipFill>
        <p:spPr>
          <a:xfrm>
            <a:off x="-7152" y="-2975"/>
            <a:ext cx="3345725" cy="5149450"/>
          </a:xfrm>
          <a:prstGeom prst="rect">
            <a:avLst/>
          </a:prstGeom>
          <a:noFill/>
          <a:ln>
            <a:noFill/>
          </a:ln>
        </p:spPr>
      </p:pic>
      <p:sp>
        <p:nvSpPr>
          <p:cNvPr id="147" name="Google Shape;147;p27"/>
          <p:cNvSpPr txBox="1"/>
          <p:nvPr/>
        </p:nvSpPr>
        <p:spPr>
          <a:xfrm>
            <a:off x="3928749" y="2688800"/>
            <a:ext cx="4618800" cy="2263500"/>
          </a:xfrm>
          <a:prstGeom prst="rect">
            <a:avLst/>
          </a:prstGeom>
          <a:noFill/>
          <a:ln>
            <a:noFill/>
          </a:ln>
        </p:spPr>
        <p:txBody>
          <a:bodyPr anchorCtr="0" anchor="t" bIns="17150" lIns="17150" spcFirstLastPara="1" rIns="17150" wrap="square" tIns="17150">
            <a:spAutoFit/>
          </a:bodyPr>
          <a:lstStyle/>
          <a:p>
            <a:pPr indent="-330200" lvl="0" marL="457200" rtl="0" algn="l">
              <a:lnSpc>
                <a:spcPct val="115000"/>
              </a:lnSpc>
              <a:spcBef>
                <a:spcPts val="120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Ա</a:t>
            </a:r>
            <a:r>
              <a:rPr lang="ru" sz="1600">
                <a:solidFill>
                  <a:schemeClr val="dk1"/>
                </a:solidFill>
                <a:latin typeface="Urbanist"/>
                <a:ea typeface="Urbanist"/>
                <a:cs typeface="Urbanist"/>
                <a:sym typeface="Urbanist"/>
              </a:rPr>
              <a:t>Բ համակարգը նախատեսված է օգնելու բանկերին որոշել՝ ում տրամադրել վարկ։ Այն սովորում է վարկային դիմումների արխիվային տվյալների վրա։ Սակայն այդ տվյալները հիմնականում ստացվել են մեծ քաղաքներից և ներկայացնում են միայն այն մարդկանց, ովքեր միշտ կատարել են իրենց վարկային պարտավորությունները ժամանակին։</a:t>
            </a:r>
            <a:endParaRPr sz="1600">
              <a:solidFill>
                <a:srgbClr val="3A475A"/>
              </a:solidFill>
              <a:latin typeface="Urbanist"/>
              <a:ea typeface="Urbanist"/>
              <a:cs typeface="Urbanist"/>
              <a:sym typeface="Urbanist"/>
            </a:endParaRPr>
          </a:p>
        </p:txBody>
      </p:sp>
      <p:sp>
        <p:nvSpPr>
          <p:cNvPr id="148" name="Google Shape;148;p27"/>
          <p:cNvSpPr txBox="1"/>
          <p:nvPr/>
        </p:nvSpPr>
        <p:spPr>
          <a:xfrm>
            <a:off x="3928750" y="1633850"/>
            <a:ext cx="4782900" cy="4041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2400">
                <a:solidFill>
                  <a:srgbClr val="3A475A"/>
                </a:solidFill>
                <a:latin typeface="Urbanist ExtraBold"/>
                <a:ea typeface="Urbanist ExtraBold"/>
                <a:cs typeface="Urbanist ExtraBold"/>
                <a:sym typeface="Urbanist ExtraBold"/>
              </a:rPr>
              <a:t>Օրինակ՝ վարկերի տրամադրում</a:t>
            </a:r>
            <a:endParaRPr b="0" i="0" sz="2400" u="none" cap="none" strike="noStrike">
              <a:solidFill>
                <a:srgbClr val="000000"/>
              </a:solidFill>
              <a:latin typeface="Arial"/>
              <a:ea typeface="Arial"/>
              <a:cs typeface="Arial"/>
              <a:sym typeface="Arial"/>
            </a:endParaRPr>
          </a:p>
        </p:txBody>
      </p:sp>
      <p:pic>
        <p:nvPicPr>
          <p:cNvPr descr="Image" id="149" name="Google Shape;149;p27"/>
          <p:cNvPicPr preferRelativeResize="0"/>
          <p:nvPr/>
        </p:nvPicPr>
        <p:blipFill rotWithShape="1">
          <a:blip r:embed="rId4">
            <a:alphaModFix amt="83550"/>
          </a:blip>
          <a:srcRect b="0" l="25700" r="0" t="26367"/>
          <a:stretch/>
        </p:blipFill>
        <p:spPr>
          <a:xfrm>
            <a:off x="3338569" y="0"/>
            <a:ext cx="1683705" cy="1233313"/>
          </a:xfrm>
          <a:prstGeom prst="rect">
            <a:avLst/>
          </a:prstGeom>
          <a:noFill/>
          <a:ln>
            <a:noFill/>
          </a:ln>
        </p:spPr>
      </p:pic>
      <p:pic>
        <p:nvPicPr>
          <p:cNvPr id="150" name="Google Shape;150;p27"/>
          <p:cNvPicPr preferRelativeResize="0"/>
          <p:nvPr/>
        </p:nvPicPr>
        <p:blipFill rotWithShape="1">
          <a:blip r:embed="rId5">
            <a:alphaModFix/>
          </a:blip>
          <a:srcRect b="2725" l="0" r="0" t="2326"/>
          <a:stretch/>
        </p:blipFill>
        <p:spPr>
          <a:xfrm>
            <a:off x="-3575" y="1233300"/>
            <a:ext cx="3404750" cy="3910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descr="Image" id="155" name="Google Shape;155;p28"/>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56" name="Google Shape;156;p28"/>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Մոտեցումներ</a:t>
            </a:r>
            <a:endParaRPr b="0" i="0" sz="500" u="none" cap="none" strike="noStrike">
              <a:solidFill>
                <a:srgbClr val="000000"/>
              </a:solidFill>
              <a:latin typeface="Arial"/>
              <a:ea typeface="Arial"/>
              <a:cs typeface="Arial"/>
              <a:sym typeface="Arial"/>
            </a:endParaRPr>
          </a:p>
        </p:txBody>
      </p:sp>
      <p:sp>
        <p:nvSpPr>
          <p:cNvPr id="157" name="Google Shape;157;p28"/>
          <p:cNvSpPr txBox="1"/>
          <p:nvPr/>
        </p:nvSpPr>
        <p:spPr>
          <a:xfrm>
            <a:off x="642925" y="1374225"/>
            <a:ext cx="8162400" cy="3369600"/>
          </a:xfrm>
          <a:prstGeom prst="rect">
            <a:avLst/>
          </a:prstGeom>
          <a:noFill/>
          <a:ln>
            <a:noFill/>
          </a:ln>
        </p:spPr>
        <p:txBody>
          <a:bodyPr anchorCtr="0" anchor="t" bIns="17150" lIns="17150" spcFirstLastPara="1" rIns="17150" wrap="square" tIns="17150">
            <a:spAutoFit/>
          </a:bodyPr>
          <a:lstStyle/>
          <a:p>
            <a:pPr indent="-330200" lvl="0" marL="457200" rtl="0" algn="l">
              <a:lnSpc>
                <a:spcPct val="115000"/>
              </a:lnSpc>
              <a:spcBef>
                <a:spcPts val="0"/>
              </a:spcBef>
              <a:spcAft>
                <a:spcPts val="0"/>
              </a:spcAft>
              <a:buClr>
                <a:srgbClr val="FDC672"/>
              </a:buClr>
              <a:buSzPts val="1600"/>
              <a:buFont typeface="Urbanist"/>
              <a:buChar char="●"/>
            </a:pPr>
            <a:r>
              <a:rPr lang="ru" sz="1600">
                <a:latin typeface="Urbanist"/>
                <a:ea typeface="Urbanist"/>
                <a:cs typeface="Urbanist"/>
                <a:sym typeface="Urbanist"/>
              </a:rPr>
              <a:t>Եթե ԱԲ համակարգը սովորում է միայն այն մարդկանց տվյալների հիման վրա, ովքեր ապրում են մեծ քաղաքներում և միշտ ժամանակին են վերադարձրել վարկերը, ապա համակարգը կարող է ձևավորել կողմնակալ պատկերացում՝ «լավ վարկառուի» մասին։</a:t>
            </a:r>
            <a:endParaRPr sz="1600">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latin typeface="Urbanist"/>
                <a:ea typeface="Urbanist"/>
                <a:cs typeface="Urbanist"/>
                <a:sym typeface="Urbanist"/>
              </a:rPr>
              <a:t>Այս պայմաններում գյուղաբնակ կամ սոցիալապես խոցելի մարդիկ, որոնց ֆինանսական պատմությունը կարող է տարբեր լինել (օրինակ՝ անկանոն եկամուտ, քիչ վարկային պատմություն, կարճաժամկետ ուշացումներ), կարող են սխալ կերպով ընկալվել որպես «վտանգավոր» կամ «անհուսալի»։</a:t>
            </a:r>
            <a:endParaRPr sz="1600">
              <a:latin typeface="Urbanist"/>
              <a:ea typeface="Urbanist"/>
              <a:cs typeface="Urbanist"/>
              <a:sym typeface="Urbanist"/>
            </a:endParaRPr>
          </a:p>
          <a:p>
            <a:pPr indent="-330200" lvl="0" marL="457200" rtl="0" algn="l">
              <a:lnSpc>
                <a:spcPct val="115000"/>
              </a:lnSpc>
              <a:spcBef>
                <a:spcPts val="1000"/>
              </a:spcBef>
              <a:spcAft>
                <a:spcPts val="1000"/>
              </a:spcAft>
              <a:buClr>
                <a:srgbClr val="FDC672"/>
              </a:buClr>
              <a:buSzPts val="1600"/>
              <a:buFont typeface="Urbanist"/>
              <a:buChar char="●"/>
            </a:pPr>
            <a:r>
              <a:rPr lang="ru" sz="1600">
                <a:latin typeface="Urbanist"/>
                <a:ea typeface="Urbanist"/>
                <a:cs typeface="Urbanist"/>
                <a:sym typeface="Urbanist"/>
              </a:rPr>
              <a:t>Արդյունքում՝ ԱԲ-ն կարող է մերժել նրանց վարկ տրամադրել՝ նույնիսկ այն դեպքում, երբ իրապես ունակ են ժամանակին վճարել։ Սա կխորացնի ֆինանսական անհավասարությունը՝ զրկելով այդ խմբերին տնտեսական զարգացումից կամ կենսական անհրաժեշտ աջակցությունից։</a:t>
            </a:r>
            <a:endParaRPr b="1" sz="2000">
              <a:solidFill>
                <a:schemeClr val="dk2"/>
              </a:solidFill>
              <a:latin typeface="Urbanist"/>
              <a:ea typeface="Urbanist"/>
              <a:cs typeface="Urbanist"/>
              <a:sym typeface="Urbanis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descr="Image" id="162" name="Google Shape;162;p29"/>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63" name="Google Shape;163;p29"/>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Մոտեցումներ</a:t>
            </a:r>
            <a:endParaRPr b="0" i="0" sz="500" u="none" cap="none" strike="noStrike">
              <a:solidFill>
                <a:srgbClr val="000000"/>
              </a:solidFill>
              <a:latin typeface="Arial"/>
              <a:ea typeface="Arial"/>
              <a:cs typeface="Arial"/>
              <a:sym typeface="Arial"/>
            </a:endParaRPr>
          </a:p>
        </p:txBody>
      </p:sp>
      <p:sp>
        <p:nvSpPr>
          <p:cNvPr id="164" name="Google Shape;164;p29"/>
          <p:cNvSpPr txBox="1"/>
          <p:nvPr/>
        </p:nvSpPr>
        <p:spPr>
          <a:xfrm>
            <a:off x="642925" y="1831425"/>
            <a:ext cx="8162400" cy="21171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None/>
            </a:pPr>
            <a:r>
              <a:rPr b="1" lang="ru" sz="1800">
                <a:solidFill>
                  <a:schemeClr val="dk2"/>
                </a:solidFill>
                <a:latin typeface="Urbanist"/>
                <a:ea typeface="Urbanist"/>
                <a:cs typeface="Urbanist"/>
                <a:sym typeface="Urbanist"/>
              </a:rPr>
              <a:t>Չտարածել ապատեղեկատվություն կամ աղավաղված բովանդակություն</a:t>
            </a:r>
            <a:endParaRPr b="1" sz="1800">
              <a:solidFill>
                <a:schemeClr val="dk2"/>
              </a:solidFill>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latin typeface="Urbanist"/>
                <a:ea typeface="Urbanist"/>
                <a:cs typeface="Urbanist"/>
                <a:sym typeface="Urbanist"/>
              </a:rPr>
              <a:t>ԱԲ գործիքների միջոցով հնարավոր է հեշտությամբ ստեղծել տեքստեր, պատկերներ կամ ձայնային բովանդակություն, որոնք կարող են տեսքով հստակ և համոզիչ թվալ։ </a:t>
            </a:r>
            <a:endParaRPr sz="1600">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latin typeface="Urbanist"/>
                <a:ea typeface="Urbanist"/>
                <a:cs typeface="Urbanist"/>
                <a:sym typeface="Urbanist"/>
              </a:rPr>
              <a:t>Սակայն օգտատերը միշտ պետք է մտածի՝</a:t>
            </a:r>
            <a:endParaRPr sz="1600">
              <a:latin typeface="Urbanist"/>
              <a:ea typeface="Urbanist"/>
              <a:cs typeface="Urbanist"/>
              <a:sym typeface="Urbanist"/>
            </a:endParaRPr>
          </a:p>
          <a:p>
            <a:pPr indent="0" lvl="0" marL="457200" rtl="0" algn="l">
              <a:lnSpc>
                <a:spcPct val="115000"/>
              </a:lnSpc>
              <a:spcBef>
                <a:spcPts val="1000"/>
              </a:spcBef>
              <a:spcAft>
                <a:spcPts val="0"/>
              </a:spcAft>
              <a:buNone/>
            </a:pPr>
            <a:r>
              <a:rPr b="1" i="1" lang="ru" sz="1600">
                <a:latin typeface="Urbanist"/>
                <a:ea typeface="Urbanist"/>
                <a:cs typeface="Urbanist"/>
                <a:sym typeface="Urbanist"/>
              </a:rPr>
              <a:t>«Ո՞ւմ կարող է վնասել այս բովանդակությունը։ Արդյոք սա ճշգրիտ ու պատասխանատու տեղեկություն է»։</a:t>
            </a:r>
            <a:endParaRPr b="1" i="1" sz="1800">
              <a:latin typeface="Urbanist"/>
              <a:ea typeface="Urbanist"/>
              <a:cs typeface="Urbanist"/>
              <a:sym typeface="Urbanis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descr="Image" id="169" name="Google Shape;169;p30"/>
          <p:cNvPicPr preferRelativeResize="0"/>
          <p:nvPr>
            <p:ph idx="2" type="pic"/>
          </p:nvPr>
        </p:nvPicPr>
        <p:blipFill rotWithShape="1">
          <a:blip r:embed="rId3">
            <a:alphaModFix/>
          </a:blip>
          <a:srcRect b="0" l="0" r="0" t="0"/>
          <a:stretch/>
        </p:blipFill>
        <p:spPr>
          <a:xfrm>
            <a:off x="-7152" y="-2975"/>
            <a:ext cx="3345725" cy="5149450"/>
          </a:xfrm>
          <a:prstGeom prst="rect">
            <a:avLst/>
          </a:prstGeom>
          <a:noFill/>
          <a:ln>
            <a:noFill/>
          </a:ln>
        </p:spPr>
      </p:pic>
      <p:sp>
        <p:nvSpPr>
          <p:cNvPr id="170" name="Google Shape;170;p30"/>
          <p:cNvSpPr txBox="1"/>
          <p:nvPr/>
        </p:nvSpPr>
        <p:spPr>
          <a:xfrm>
            <a:off x="3928749" y="2536400"/>
            <a:ext cx="4618800" cy="2417400"/>
          </a:xfrm>
          <a:prstGeom prst="rect">
            <a:avLst/>
          </a:prstGeom>
          <a:noFill/>
          <a:ln>
            <a:noFill/>
          </a:ln>
        </p:spPr>
        <p:txBody>
          <a:bodyPr anchorCtr="0" anchor="t" bIns="17150" lIns="17150" spcFirstLastPara="1" rIns="17150" wrap="square" tIns="17150">
            <a:spAutoFit/>
          </a:bodyPr>
          <a:lstStyle/>
          <a:p>
            <a:pPr indent="-330200" lvl="0" marL="457200" rtl="0" algn="l">
              <a:lnSpc>
                <a:spcPct val="115000"/>
              </a:lnSpc>
              <a:spcBef>
                <a:spcPts val="120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Սովորողը ԱԲ գործիքի միջոցով ստեղծում է տեսանյութ՝ իր ընկերոջ ձայնով և կերպարով, այնպես, կարծես նա ասում է բաներ, որոնք իրականում երբեք չի ասել։</a:t>
            </a:r>
            <a:endParaRPr sz="1600">
              <a:solidFill>
                <a:schemeClr val="dk1"/>
              </a:solidFill>
              <a:latin typeface="Urbanist"/>
              <a:ea typeface="Urbanist"/>
              <a:cs typeface="Urbanist"/>
              <a:sym typeface="Urbanist"/>
            </a:endParaRPr>
          </a:p>
          <a:p>
            <a:pPr indent="-330200" lvl="0" marL="457200" rtl="0" algn="l">
              <a:lnSpc>
                <a:spcPct val="115000"/>
              </a:lnSpc>
              <a:spcBef>
                <a:spcPts val="1200"/>
              </a:spcBef>
              <a:spcAft>
                <a:spcPts val="1000"/>
              </a:spcAft>
              <a:buClr>
                <a:srgbClr val="FDC672"/>
              </a:buClr>
              <a:buSzPts val="1600"/>
              <a:buFont typeface="Urbanist"/>
              <a:buChar char="●"/>
            </a:pPr>
            <a:r>
              <a:rPr lang="ru" sz="1600">
                <a:solidFill>
                  <a:schemeClr val="dk1"/>
                </a:solidFill>
                <a:latin typeface="Urbanist"/>
                <a:ea typeface="Urbanist"/>
                <a:cs typeface="Urbanist"/>
                <a:sym typeface="Urbanist"/>
              </a:rPr>
              <a:t>Սկզբում դա ընկալվում է որպես կատակ, սակայն տեսանյութը տարածվում է սոցիալական ցանցերում և առաջացնում է լուրջ խնդիրներ՝ վարկաբեկելով այդ անձին։</a:t>
            </a:r>
            <a:endParaRPr sz="1600">
              <a:solidFill>
                <a:schemeClr val="dk1"/>
              </a:solidFill>
              <a:latin typeface="Urbanist"/>
              <a:ea typeface="Urbanist"/>
              <a:cs typeface="Urbanist"/>
              <a:sym typeface="Urbanist"/>
            </a:endParaRPr>
          </a:p>
        </p:txBody>
      </p:sp>
      <p:sp>
        <p:nvSpPr>
          <p:cNvPr id="171" name="Google Shape;171;p30"/>
          <p:cNvSpPr txBox="1"/>
          <p:nvPr/>
        </p:nvSpPr>
        <p:spPr>
          <a:xfrm>
            <a:off x="3928750" y="1633850"/>
            <a:ext cx="4782900" cy="4041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2400">
                <a:solidFill>
                  <a:srgbClr val="3A475A"/>
                </a:solidFill>
                <a:latin typeface="Urbanist ExtraBold"/>
                <a:ea typeface="Urbanist ExtraBold"/>
                <a:cs typeface="Urbanist ExtraBold"/>
                <a:sym typeface="Urbanist ExtraBold"/>
              </a:rPr>
              <a:t>Օրինակ՝ ապատեղեկատվություն</a:t>
            </a:r>
            <a:endParaRPr b="0" i="0" sz="2400" u="none" cap="none" strike="noStrike">
              <a:solidFill>
                <a:srgbClr val="000000"/>
              </a:solidFill>
              <a:latin typeface="Arial"/>
              <a:ea typeface="Arial"/>
              <a:cs typeface="Arial"/>
              <a:sym typeface="Arial"/>
            </a:endParaRPr>
          </a:p>
        </p:txBody>
      </p:sp>
      <p:pic>
        <p:nvPicPr>
          <p:cNvPr descr="Image" id="172" name="Google Shape;172;p30"/>
          <p:cNvPicPr preferRelativeResize="0"/>
          <p:nvPr/>
        </p:nvPicPr>
        <p:blipFill rotWithShape="1">
          <a:blip r:embed="rId4">
            <a:alphaModFix amt="83550"/>
          </a:blip>
          <a:srcRect b="0" l="25700" r="0" t="26367"/>
          <a:stretch/>
        </p:blipFill>
        <p:spPr>
          <a:xfrm>
            <a:off x="3338569" y="0"/>
            <a:ext cx="1683705" cy="1233313"/>
          </a:xfrm>
          <a:prstGeom prst="rect">
            <a:avLst/>
          </a:prstGeom>
          <a:noFill/>
          <a:ln>
            <a:noFill/>
          </a:ln>
        </p:spPr>
      </p:pic>
      <p:pic>
        <p:nvPicPr>
          <p:cNvPr id="173" name="Google Shape;173;p30" title="ChatGPT Image 11 авг. 2025 г., 12_16_59.png"/>
          <p:cNvPicPr preferRelativeResize="0"/>
          <p:nvPr/>
        </p:nvPicPr>
        <p:blipFill>
          <a:blip r:embed="rId5">
            <a:alphaModFix/>
          </a:blip>
          <a:stretch>
            <a:fillRect/>
          </a:stretch>
        </p:blipFill>
        <p:spPr>
          <a:xfrm>
            <a:off x="0" y="1233300"/>
            <a:ext cx="3338575" cy="33385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descr="Image" id="178" name="Google Shape;178;p31"/>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79" name="Google Shape;179;p31"/>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Մոտեցումներ</a:t>
            </a:r>
            <a:endParaRPr b="0" i="0" sz="500" u="none" cap="none" strike="noStrike">
              <a:solidFill>
                <a:srgbClr val="000000"/>
              </a:solidFill>
              <a:latin typeface="Arial"/>
              <a:ea typeface="Arial"/>
              <a:cs typeface="Arial"/>
              <a:sym typeface="Arial"/>
            </a:endParaRPr>
          </a:p>
        </p:txBody>
      </p:sp>
      <p:sp>
        <p:nvSpPr>
          <p:cNvPr id="180" name="Google Shape;180;p31"/>
          <p:cNvSpPr txBox="1"/>
          <p:nvPr/>
        </p:nvSpPr>
        <p:spPr>
          <a:xfrm>
            <a:off x="642925" y="1679025"/>
            <a:ext cx="8162400" cy="2108400"/>
          </a:xfrm>
          <a:prstGeom prst="rect">
            <a:avLst/>
          </a:prstGeom>
          <a:noFill/>
          <a:ln>
            <a:noFill/>
          </a:ln>
        </p:spPr>
        <p:txBody>
          <a:bodyPr anchorCtr="0" anchor="t" bIns="17150" lIns="17150" spcFirstLastPara="1" rIns="17150" wrap="square" tIns="17150">
            <a:spAutoFit/>
          </a:bodyPr>
          <a:lstStyle/>
          <a:p>
            <a:pPr indent="-330200" lvl="0" marL="457200" rtl="0" algn="l">
              <a:lnSpc>
                <a:spcPct val="115000"/>
              </a:lnSpc>
              <a:spcBef>
                <a:spcPts val="0"/>
              </a:spcBef>
              <a:spcAft>
                <a:spcPts val="0"/>
              </a:spcAft>
              <a:buClr>
                <a:srgbClr val="FDC672"/>
              </a:buClr>
              <a:buSzPts val="1600"/>
              <a:buFont typeface="Urbanist"/>
              <a:buChar char="●"/>
            </a:pPr>
            <a:r>
              <a:rPr lang="ru" sz="1600">
                <a:latin typeface="Urbanist"/>
                <a:ea typeface="Urbanist"/>
                <a:cs typeface="Urbanist"/>
                <a:sym typeface="Urbanist"/>
              </a:rPr>
              <a:t>Թեև սկզբում տեսանյութը ստեղծվել է որպես կատակ, այն տարածվել է առանց համատեքստի և կարող է ընկալվել որպես իրական։ Սա կարող է վնասել մարդու հեղինակությանը, առաջացնել վստահության խնդիրներ, և անգամ իրավական հետևանքներ։ </a:t>
            </a:r>
            <a:endParaRPr sz="1600">
              <a:latin typeface="Urbanist"/>
              <a:ea typeface="Urbanist"/>
              <a:cs typeface="Urbanist"/>
              <a:sym typeface="Urbanist"/>
            </a:endParaRPr>
          </a:p>
          <a:p>
            <a:pPr indent="-330200" lvl="0" marL="457200" rtl="0" algn="l">
              <a:lnSpc>
                <a:spcPct val="115000"/>
              </a:lnSpc>
              <a:spcBef>
                <a:spcPts val="1000"/>
              </a:spcBef>
              <a:spcAft>
                <a:spcPts val="1000"/>
              </a:spcAft>
              <a:buClr>
                <a:srgbClr val="FDC672"/>
              </a:buClr>
              <a:buSzPts val="1600"/>
              <a:buFont typeface="Urbanist"/>
              <a:buChar char="●"/>
            </a:pPr>
            <a:r>
              <a:rPr lang="ru" sz="1600">
                <a:latin typeface="Urbanist"/>
                <a:ea typeface="Urbanist"/>
                <a:cs typeface="Urbanist"/>
                <a:sym typeface="Urbanist"/>
              </a:rPr>
              <a:t>Նման դեպքերից խուսափելու համար անհրաժեշտ է միշտ մտածել՝ արդյոք ստեղծվող բովանդակությունը արդար ու անվտանգ է մյուսների համար, և ոչ մի պարագայում չկեղծել ուրիշի կերպարը՝ առանց թույլտվության։</a:t>
            </a:r>
            <a:endParaRPr b="1" sz="2600">
              <a:solidFill>
                <a:schemeClr val="dk2"/>
              </a:solidFill>
              <a:latin typeface="Urbanist"/>
              <a:ea typeface="Urbanist"/>
              <a:cs typeface="Urbanist"/>
              <a:sym typeface="Urbanis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descr="Image" id="185" name="Google Shape;185;p32"/>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86" name="Google Shape;186;p32"/>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Մոտեցումներ</a:t>
            </a:r>
            <a:endParaRPr b="0" i="0" sz="500" u="none" cap="none" strike="noStrike">
              <a:solidFill>
                <a:srgbClr val="000000"/>
              </a:solidFill>
              <a:latin typeface="Arial"/>
              <a:ea typeface="Arial"/>
              <a:cs typeface="Arial"/>
              <a:sym typeface="Arial"/>
            </a:endParaRPr>
          </a:p>
        </p:txBody>
      </p:sp>
      <p:sp>
        <p:nvSpPr>
          <p:cNvPr id="187" name="Google Shape;187;p32"/>
          <p:cNvSpPr txBox="1"/>
          <p:nvPr/>
        </p:nvSpPr>
        <p:spPr>
          <a:xfrm>
            <a:off x="642925" y="1831425"/>
            <a:ext cx="8162400" cy="28119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None/>
            </a:pPr>
            <a:r>
              <a:rPr b="1" lang="ru" sz="1800">
                <a:solidFill>
                  <a:schemeClr val="dk2"/>
                </a:solidFill>
                <a:latin typeface="Urbanist"/>
                <a:ea typeface="Urbanist"/>
                <a:cs typeface="Urbanist"/>
                <a:sym typeface="Urbanist"/>
              </a:rPr>
              <a:t>Անձնական տվյալների պաշտպանություն</a:t>
            </a:r>
            <a:endParaRPr b="1" sz="1800">
              <a:solidFill>
                <a:schemeClr val="dk2"/>
              </a:solidFill>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latin typeface="Urbanist"/>
                <a:ea typeface="Urbanist"/>
                <a:cs typeface="Urbanist"/>
                <a:sym typeface="Urbanist"/>
              </a:rPr>
              <a:t>ԱԲ համակարգերից օգտվողները պետք է համոզված լինեն, որ իրենց տվյալները չեն օգտագործվում առանց իրենց թույլտվության և որ դրանք պաշտպանված են երրորդ անձի կամ կազմակերպության ձեռքերում հայտնվելուց։ </a:t>
            </a:r>
            <a:endParaRPr sz="1600">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latin typeface="Urbanist"/>
                <a:ea typeface="Urbanist"/>
                <a:cs typeface="Urbanist"/>
                <a:sym typeface="Urbanist"/>
              </a:rPr>
              <a:t>ՀՀ անձնական տվյալների պատպանության մասին օրենքին կարելի է ծանոթանալ անցնելով հետևյալ հղումներով</a:t>
            </a:r>
            <a:endParaRPr sz="1600">
              <a:latin typeface="Urbanist"/>
              <a:ea typeface="Urbanist"/>
              <a:cs typeface="Urbanist"/>
              <a:sym typeface="Urbanist"/>
            </a:endParaRPr>
          </a:p>
          <a:p>
            <a:pPr indent="-330200" lvl="0" marL="914400" rtl="0" algn="l">
              <a:lnSpc>
                <a:spcPct val="115000"/>
              </a:lnSpc>
              <a:spcBef>
                <a:spcPts val="1000"/>
              </a:spcBef>
              <a:spcAft>
                <a:spcPts val="0"/>
              </a:spcAft>
              <a:buSzPts val="1600"/>
              <a:buFont typeface="Urbanist"/>
              <a:buAutoNum type="arabicPeriod"/>
            </a:pPr>
            <a:r>
              <a:rPr lang="ru" sz="1600" u="sng">
                <a:solidFill>
                  <a:schemeClr val="hlink"/>
                </a:solidFill>
                <a:latin typeface="Urbanist"/>
                <a:ea typeface="Urbanist"/>
                <a:cs typeface="Urbanist"/>
                <a:sym typeface="Urbanist"/>
                <a:hlinkClick r:id="rId4"/>
              </a:rPr>
              <a:t>հղում 1</a:t>
            </a:r>
            <a:r>
              <a:rPr lang="ru" sz="1600">
                <a:latin typeface="Urbanist"/>
                <a:ea typeface="Urbanist"/>
                <a:cs typeface="Urbanist"/>
                <a:sym typeface="Urbanist"/>
              </a:rPr>
              <a:t> </a:t>
            </a:r>
            <a:endParaRPr sz="1600">
              <a:latin typeface="Urbanist"/>
              <a:ea typeface="Urbanist"/>
              <a:cs typeface="Urbanist"/>
              <a:sym typeface="Urbanist"/>
            </a:endParaRPr>
          </a:p>
          <a:p>
            <a:pPr indent="-330200" lvl="0" marL="914400" rtl="0" algn="l">
              <a:lnSpc>
                <a:spcPct val="115000"/>
              </a:lnSpc>
              <a:spcBef>
                <a:spcPts val="1000"/>
              </a:spcBef>
              <a:spcAft>
                <a:spcPts val="1000"/>
              </a:spcAft>
              <a:buSzPts val="1600"/>
              <a:buFont typeface="Urbanist"/>
              <a:buAutoNum type="arabicPeriod"/>
            </a:pPr>
            <a:r>
              <a:rPr lang="ru" sz="1600" u="sng">
                <a:solidFill>
                  <a:schemeClr val="hlink"/>
                </a:solidFill>
                <a:latin typeface="Urbanist"/>
                <a:ea typeface="Urbanist"/>
                <a:cs typeface="Urbanist"/>
                <a:sym typeface="Urbanist"/>
                <a:hlinkClick r:id="rId5"/>
              </a:rPr>
              <a:t>հղում 2</a:t>
            </a:r>
            <a:endParaRPr sz="1800">
              <a:latin typeface="Urbanist"/>
              <a:ea typeface="Urbanist"/>
              <a:cs typeface="Urbanist"/>
              <a:sym typeface="Urbanis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descr="Image" id="192" name="Google Shape;192;p33"/>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93" name="Google Shape;193;p33"/>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Մոտեցումներ</a:t>
            </a:r>
            <a:endParaRPr b="0" i="0" sz="500" u="none" cap="none" strike="noStrike">
              <a:solidFill>
                <a:srgbClr val="000000"/>
              </a:solidFill>
              <a:latin typeface="Arial"/>
              <a:ea typeface="Arial"/>
              <a:cs typeface="Arial"/>
              <a:sym typeface="Arial"/>
            </a:endParaRPr>
          </a:p>
        </p:txBody>
      </p:sp>
      <p:sp>
        <p:nvSpPr>
          <p:cNvPr id="194" name="Google Shape;194;p33"/>
          <p:cNvSpPr txBox="1"/>
          <p:nvPr/>
        </p:nvSpPr>
        <p:spPr>
          <a:xfrm>
            <a:off x="642925" y="1831425"/>
            <a:ext cx="8162400" cy="31218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None/>
            </a:pPr>
            <a:r>
              <a:rPr b="1" lang="ru" sz="1800">
                <a:solidFill>
                  <a:schemeClr val="dk2"/>
                </a:solidFill>
                <a:latin typeface="Urbanist"/>
                <a:ea typeface="Urbanist"/>
                <a:cs typeface="Urbanist"/>
                <a:sym typeface="Urbanist"/>
              </a:rPr>
              <a:t>Օրինակներ</a:t>
            </a:r>
            <a:endParaRPr b="1" sz="1800">
              <a:solidFill>
                <a:schemeClr val="dk2"/>
              </a:solidFill>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latin typeface="Urbanist"/>
                <a:ea typeface="Urbanist"/>
                <a:cs typeface="Urbanist"/>
                <a:sym typeface="Urbanist"/>
              </a:rPr>
              <a:t>Երբ մենք օգտվում ենք առցանց ծառայություններից կամ հավելվածներից, մեզ հաճախ խնդրում են տրամադրել անձնական տեղեկություններ՝ ինչպես անուն, տարիք, գտնվելու վայր կամ ֆինանսական տվյալներ։ Եթե այս տվյալները օգտագործվեն առանց մեր համաձայնության կամ թափանցիկ չլինի, թե ով և ինչ նպատակներով է դրանք հավաքում, դա կարող է վնասել մեր անձնական կյանքին կամ ստեղծել անվտանգության խնդիրներ։</a:t>
            </a:r>
            <a:endParaRPr sz="1600">
              <a:latin typeface="Urbanist"/>
              <a:ea typeface="Urbanist"/>
              <a:cs typeface="Urbanist"/>
              <a:sym typeface="Urbanist"/>
            </a:endParaRPr>
          </a:p>
          <a:p>
            <a:pPr indent="-330200" lvl="0" marL="457200" rtl="0" algn="l">
              <a:lnSpc>
                <a:spcPct val="115000"/>
              </a:lnSpc>
              <a:spcBef>
                <a:spcPts val="1000"/>
              </a:spcBef>
              <a:spcAft>
                <a:spcPts val="1000"/>
              </a:spcAft>
              <a:buClr>
                <a:srgbClr val="FDC672"/>
              </a:buClr>
              <a:buSzPts val="1600"/>
              <a:buFont typeface="Urbanist"/>
              <a:buChar char="●"/>
            </a:pPr>
            <a:r>
              <a:rPr lang="ru" sz="1600">
                <a:latin typeface="Urbanist"/>
                <a:ea typeface="Urbanist"/>
                <a:cs typeface="Urbanist"/>
                <a:sym typeface="Urbanist"/>
              </a:rPr>
              <a:t>Հնարավոր բացասական հետևանքներից խուսափելու համար օգտատերը պետք է հարցնի ինքն իրեն․ </a:t>
            </a:r>
            <a:r>
              <a:rPr b="1" i="1" lang="ru" sz="1600">
                <a:latin typeface="Urbanist"/>
                <a:ea typeface="Urbanist"/>
                <a:cs typeface="Urbanist"/>
                <a:sym typeface="Urbanist"/>
              </a:rPr>
              <a:t>«Ի՞նչ տվյալներ եմ ես տրամադրում, ո՞վ է դրանք օգտագործում և ինչպե՞ս են դրանք պաշտպանված»</a:t>
            </a:r>
            <a:r>
              <a:rPr lang="ru" sz="1600">
                <a:latin typeface="Urbanist"/>
                <a:ea typeface="Urbanist"/>
                <a:cs typeface="Urbanist"/>
                <a:sym typeface="Urbanist"/>
              </a:rPr>
              <a:t>։</a:t>
            </a:r>
            <a:endParaRPr sz="1800">
              <a:latin typeface="Urbanist"/>
              <a:ea typeface="Urbanist"/>
              <a:cs typeface="Urbanist"/>
              <a:sym typeface="Urbanis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descr="Image" id="199" name="Google Shape;199;p34"/>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200" name="Google Shape;200;p34"/>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Մոտեցումներ</a:t>
            </a:r>
            <a:endParaRPr b="0" i="0" sz="500" u="none" cap="none" strike="noStrike">
              <a:solidFill>
                <a:srgbClr val="000000"/>
              </a:solidFill>
              <a:latin typeface="Arial"/>
              <a:ea typeface="Arial"/>
              <a:cs typeface="Arial"/>
              <a:sym typeface="Arial"/>
            </a:endParaRPr>
          </a:p>
        </p:txBody>
      </p:sp>
      <p:sp>
        <p:nvSpPr>
          <p:cNvPr id="201" name="Google Shape;201;p34"/>
          <p:cNvSpPr txBox="1"/>
          <p:nvPr/>
        </p:nvSpPr>
        <p:spPr>
          <a:xfrm>
            <a:off x="152400" y="1676400"/>
            <a:ext cx="5052300" cy="257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ru" sz="1800">
                <a:solidFill>
                  <a:schemeClr val="dk2"/>
                </a:solidFill>
                <a:latin typeface="Urbanist"/>
                <a:ea typeface="Urbanist"/>
                <a:cs typeface="Urbanist"/>
                <a:sym typeface="Urbanist"/>
              </a:rPr>
              <a:t>Սովորել և կրթել մյուսներին</a:t>
            </a:r>
            <a:endParaRPr b="1" sz="1800">
              <a:solidFill>
                <a:schemeClr val="dk2"/>
              </a:solidFill>
              <a:latin typeface="Urbanist"/>
              <a:ea typeface="Urbanist"/>
              <a:cs typeface="Urbanist"/>
              <a:sym typeface="Urbanist"/>
            </a:endParaRPr>
          </a:p>
          <a:p>
            <a:pPr indent="0" lvl="0" marL="0" rtl="0" algn="l">
              <a:lnSpc>
                <a:spcPct val="115000"/>
              </a:lnSpc>
              <a:spcBef>
                <a:spcPts val="1000"/>
              </a:spcBef>
              <a:spcAft>
                <a:spcPts val="1000"/>
              </a:spcAft>
              <a:buNone/>
            </a:pPr>
            <a:r>
              <a:rPr lang="ru" sz="1600">
                <a:solidFill>
                  <a:schemeClr val="dk1"/>
                </a:solidFill>
                <a:latin typeface="Urbanist"/>
                <a:ea typeface="Urbanist"/>
                <a:cs typeface="Urbanist"/>
                <a:sym typeface="Urbanist"/>
              </a:rPr>
              <a:t>Արհեստական բանականության պատասխանատու օգտագործումն սկսվում է տեղեկացված լինելուց։ Մարդիկ պետք է հասկանան, թե ինչպես են աշխատում ԱԲ համակարգերը, և ակտիվորեն կիսվեն այդ գիտելիքով՝ օգնելով ուրիշներին խուսափել հնարավոր ռիսկերից և սխալներից, որոնք կարող են առաջանալ դրանց օգտագործման ընթացքում։</a:t>
            </a:r>
            <a:endParaRPr sz="1600">
              <a:solidFill>
                <a:srgbClr val="FDC672"/>
              </a:solidFill>
              <a:latin typeface="Urbanist Medium"/>
              <a:ea typeface="Urbanist Medium"/>
              <a:cs typeface="Urbanist Medium"/>
              <a:sym typeface="Urbanist Medium"/>
            </a:endParaRPr>
          </a:p>
        </p:txBody>
      </p:sp>
      <p:pic>
        <p:nvPicPr>
          <p:cNvPr id="202" name="Google Shape;202;p34" title="ChatGPT Image 11 авг. 2025 г., 11_51_49.png"/>
          <p:cNvPicPr preferRelativeResize="0"/>
          <p:nvPr/>
        </p:nvPicPr>
        <p:blipFill rotWithShape="1">
          <a:blip r:embed="rId4">
            <a:alphaModFix/>
          </a:blip>
          <a:srcRect b="0" l="0" r="0" t="34383"/>
          <a:stretch/>
        </p:blipFill>
        <p:spPr>
          <a:xfrm>
            <a:off x="5536475" y="1024525"/>
            <a:ext cx="3429000" cy="33750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descr="Image" id="207" name="Google Shape;207;p35"/>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208" name="Google Shape;208;p35"/>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Եզրակացություն</a:t>
            </a:r>
            <a:endParaRPr b="0" i="0" sz="500" u="none" cap="none" strike="noStrike">
              <a:solidFill>
                <a:srgbClr val="000000"/>
              </a:solidFill>
              <a:latin typeface="Arial"/>
              <a:ea typeface="Arial"/>
              <a:cs typeface="Arial"/>
              <a:sym typeface="Arial"/>
            </a:endParaRPr>
          </a:p>
        </p:txBody>
      </p:sp>
      <p:sp>
        <p:nvSpPr>
          <p:cNvPr id="209" name="Google Shape;209;p35"/>
          <p:cNvSpPr txBox="1"/>
          <p:nvPr/>
        </p:nvSpPr>
        <p:spPr>
          <a:xfrm>
            <a:off x="642925" y="1831425"/>
            <a:ext cx="8162400" cy="2931600"/>
          </a:xfrm>
          <a:prstGeom prst="rect">
            <a:avLst/>
          </a:prstGeom>
          <a:noFill/>
          <a:ln>
            <a:noFill/>
          </a:ln>
        </p:spPr>
        <p:txBody>
          <a:bodyPr anchorCtr="0" anchor="t" bIns="17150" lIns="17150" spcFirstLastPara="1" rIns="17150" wrap="square" tIns="17150">
            <a:spAutoFit/>
          </a:bodyPr>
          <a:lstStyle/>
          <a:p>
            <a:pPr indent="-330200" lvl="0" marL="457200" rtl="0" algn="l">
              <a:lnSpc>
                <a:spcPct val="115000"/>
              </a:lnSpc>
              <a:spcBef>
                <a:spcPts val="0"/>
              </a:spcBef>
              <a:spcAft>
                <a:spcPts val="0"/>
              </a:spcAft>
              <a:buClr>
                <a:srgbClr val="FDC672"/>
              </a:buClr>
              <a:buSzPts val="1600"/>
              <a:buFont typeface="Urbanist"/>
              <a:buChar char="●"/>
            </a:pPr>
            <a:r>
              <a:rPr lang="ru" sz="1600">
                <a:latin typeface="Urbanist"/>
                <a:ea typeface="Urbanist"/>
                <a:cs typeface="Urbanist"/>
                <a:sym typeface="Urbanist"/>
              </a:rPr>
              <a:t>Արհեստական բանականության պատասխանատու օգտագործումը հիմնված է ճիշտ տեղեկացվածության վրա։ </a:t>
            </a:r>
            <a:endParaRPr sz="1600">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latin typeface="Urbanist"/>
                <a:ea typeface="Urbanist"/>
                <a:cs typeface="Urbanist"/>
                <a:sym typeface="Urbanist"/>
              </a:rPr>
              <a:t>Հասկանալով, թե ինչպես են աշխատում ԱԲ համակարգերը, մենք կարող ենք ավելի գիտակցաբար և անվտանգ օգտվել դրանցից։ </a:t>
            </a:r>
            <a:endParaRPr sz="1600">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latin typeface="Urbanist"/>
                <a:ea typeface="Urbanist"/>
                <a:cs typeface="Urbanist"/>
                <a:sym typeface="Urbanist"/>
              </a:rPr>
              <a:t>Եվ կարևոր է հիշել, որ պետք է ոչ միայն ինքներս սովորենք, այլ նաև կիսվենք ստացած գիտելիքով՝ օգնելով ուրիշներին հասկանալ հնարավոր ռիսկերն ու խուսափել սխալներից։</a:t>
            </a:r>
            <a:endParaRPr sz="1600">
              <a:latin typeface="Urbanist"/>
              <a:ea typeface="Urbanist"/>
              <a:cs typeface="Urbanist"/>
              <a:sym typeface="Urbanist"/>
            </a:endParaRPr>
          </a:p>
          <a:p>
            <a:pPr indent="-330200" lvl="0" marL="457200" rtl="0" algn="l">
              <a:lnSpc>
                <a:spcPct val="115000"/>
              </a:lnSpc>
              <a:spcBef>
                <a:spcPts val="1000"/>
              </a:spcBef>
              <a:spcAft>
                <a:spcPts val="1000"/>
              </a:spcAft>
              <a:buClr>
                <a:srgbClr val="FDC672"/>
              </a:buClr>
              <a:buSzPts val="1600"/>
              <a:buFont typeface="Urbanist"/>
              <a:buChar char="●"/>
            </a:pPr>
            <a:r>
              <a:rPr lang="ru" sz="1600">
                <a:latin typeface="Urbanist"/>
                <a:ea typeface="Urbanist"/>
                <a:cs typeface="Urbanist"/>
                <a:sym typeface="Urbanist"/>
              </a:rPr>
              <a:t>Այս կերպ մենք աջակցում ենք ԱԲ տեխնոլոգիաների ճիշտ և պատասխանատու կիրառմանը։</a:t>
            </a:r>
            <a:endParaRPr sz="1600">
              <a:latin typeface="Urbanist"/>
              <a:ea typeface="Urbanist"/>
              <a:cs typeface="Urbanist"/>
              <a:sym typeface="Urbanis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E586D"/>
        </a:solidFill>
      </p:bgPr>
    </p:bg>
    <p:spTree>
      <p:nvGrpSpPr>
        <p:cNvPr id="213" name="Shape 213"/>
        <p:cNvGrpSpPr/>
        <p:nvPr/>
      </p:nvGrpSpPr>
      <p:grpSpPr>
        <a:xfrm>
          <a:off x="0" y="0"/>
          <a:ext cx="0" cy="0"/>
          <a:chOff x="0" y="0"/>
          <a:chExt cx="0" cy="0"/>
        </a:xfrm>
      </p:grpSpPr>
      <p:pic>
        <p:nvPicPr>
          <p:cNvPr descr="Image" id="214" name="Google Shape;214;p36"/>
          <p:cNvPicPr preferRelativeResize="0"/>
          <p:nvPr/>
        </p:nvPicPr>
        <p:blipFill rotWithShape="1">
          <a:blip r:embed="rId3">
            <a:alphaModFix/>
          </a:blip>
          <a:srcRect b="0" l="0" r="0" t="0"/>
          <a:stretch/>
        </p:blipFill>
        <p:spPr>
          <a:xfrm>
            <a:off x="3436355" y="1025447"/>
            <a:ext cx="4184064" cy="3092606"/>
          </a:xfrm>
          <a:prstGeom prst="rect">
            <a:avLst/>
          </a:prstGeom>
          <a:noFill/>
          <a:ln>
            <a:noFill/>
          </a:ln>
        </p:spPr>
      </p:pic>
      <p:sp>
        <p:nvSpPr>
          <p:cNvPr id="215" name="Google Shape;215;p36"/>
          <p:cNvSpPr txBox="1"/>
          <p:nvPr/>
        </p:nvSpPr>
        <p:spPr>
          <a:xfrm>
            <a:off x="1347222" y="1923593"/>
            <a:ext cx="40671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FFFFFF"/>
              </a:buClr>
              <a:buSzPts val="5600"/>
              <a:buFont typeface="Urbanist ExtraBold"/>
              <a:buNone/>
            </a:pPr>
            <a:r>
              <a:rPr lang="ru" sz="3000">
                <a:solidFill>
                  <a:srgbClr val="FFFFFF"/>
                </a:solidFill>
                <a:latin typeface="Urbanist ExtraBold"/>
                <a:ea typeface="Urbanist ExtraBold"/>
                <a:cs typeface="Urbanist ExtraBold"/>
                <a:sym typeface="Urbanist ExtraBold"/>
              </a:rPr>
              <a:t>Շնորհակալություն</a:t>
            </a:r>
            <a:endParaRPr b="0" i="0" sz="3000" u="none" cap="none" strike="noStrike">
              <a:solidFill>
                <a:srgbClr val="000000"/>
              </a:solidFill>
              <a:latin typeface="Arial"/>
              <a:ea typeface="Arial"/>
              <a:cs typeface="Arial"/>
              <a:sym typeface="Arial"/>
            </a:endParaRPr>
          </a:p>
        </p:txBody>
      </p:sp>
      <p:sp>
        <p:nvSpPr>
          <p:cNvPr id="216" name="Google Shape;216;p36"/>
          <p:cNvSpPr txBox="1"/>
          <p:nvPr/>
        </p:nvSpPr>
        <p:spPr>
          <a:xfrm>
            <a:off x="5543230" y="2073612"/>
            <a:ext cx="1739100" cy="4041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4E586D"/>
              </a:buClr>
              <a:buSzPts val="1300"/>
              <a:buFont typeface="Arial"/>
              <a:buNone/>
            </a:pPr>
            <a:r>
              <a:rPr b="1" lang="ru" sz="1300">
                <a:solidFill>
                  <a:srgbClr val="4E586D"/>
                </a:solidFill>
              </a:rPr>
              <a:t>Կոնտակտներ</a:t>
            </a:r>
            <a:endParaRPr b="0" i="0" sz="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4E586D"/>
              </a:buClr>
              <a:buSzPts val="1100"/>
              <a:buFont typeface="Arial"/>
              <a:buNone/>
            </a:pPr>
            <a:r>
              <a:rPr lang="ru" sz="1100">
                <a:solidFill>
                  <a:srgbClr val="4E586D"/>
                </a:solidFill>
              </a:rPr>
              <a:t>Ուսուցչի կոնտակտներ</a:t>
            </a:r>
            <a:endParaRPr b="0" i="0" sz="5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descr="Image" id="221" name="Google Shape;221;p37"/>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222" name="Google Shape;222;p37"/>
          <p:cNvSpPr txBox="1"/>
          <p:nvPr/>
        </p:nvSpPr>
        <p:spPr>
          <a:xfrm>
            <a:off x="476246" y="282675"/>
            <a:ext cx="8162400" cy="9582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Թեմա 2. ԱԲ էթիկա, մարդակենտրոն մտածելաձև</a:t>
            </a:r>
            <a:endParaRPr b="0" i="0" sz="500" u="none" cap="none" strike="noStrike">
              <a:solidFill>
                <a:srgbClr val="000000"/>
              </a:solidFill>
              <a:latin typeface="Arial"/>
              <a:ea typeface="Arial"/>
              <a:cs typeface="Arial"/>
              <a:sym typeface="Arial"/>
            </a:endParaRPr>
          </a:p>
        </p:txBody>
      </p:sp>
      <p:sp>
        <p:nvSpPr>
          <p:cNvPr id="223" name="Google Shape;223;p37"/>
          <p:cNvSpPr txBox="1"/>
          <p:nvPr/>
        </p:nvSpPr>
        <p:spPr>
          <a:xfrm>
            <a:off x="642925" y="1831425"/>
            <a:ext cx="8162400" cy="28032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Clr>
                <a:schemeClr val="dk1"/>
              </a:buClr>
              <a:buSzPts val="1100"/>
              <a:buFont typeface="Arial"/>
              <a:buNone/>
            </a:pPr>
            <a:r>
              <a:rPr lang="ru" sz="1600">
                <a:solidFill>
                  <a:srgbClr val="3A475A"/>
                </a:solidFill>
                <a:latin typeface="Urbanist ExtraLight"/>
                <a:ea typeface="Urbanist ExtraLight"/>
                <a:cs typeface="Urbanist ExtraLight"/>
                <a:sym typeface="Urbanist ExtraLight"/>
              </a:rPr>
              <a:t>Դասի նպատակներ՝</a:t>
            </a:r>
            <a:endParaRPr sz="1600">
              <a:solidFill>
                <a:srgbClr val="3A475A"/>
              </a:solidFill>
              <a:latin typeface="Urbanist ExtraLight"/>
              <a:ea typeface="Urbanist ExtraLight"/>
              <a:cs typeface="Urbanist ExtraLight"/>
              <a:sym typeface="Urbanist ExtraLight"/>
            </a:endParaRPr>
          </a:p>
          <a:p>
            <a:pPr indent="-330200" lvl="0" marL="457200" rtl="0" algn="l">
              <a:lnSpc>
                <a:spcPct val="115000"/>
              </a:lnSpc>
              <a:spcBef>
                <a:spcPts val="0"/>
              </a:spcBef>
              <a:spcAft>
                <a:spcPts val="0"/>
              </a:spcAft>
              <a:buClr>
                <a:srgbClr val="FDC672"/>
              </a:buClr>
              <a:buSzPts val="1600"/>
              <a:buFont typeface="Urbanist"/>
              <a:buChar char="●"/>
            </a:pPr>
            <a:r>
              <a:rPr lang="ru" sz="1600">
                <a:latin typeface="Urbanist"/>
                <a:ea typeface="Urbanist"/>
                <a:cs typeface="Urbanist"/>
                <a:sym typeface="Urbanist"/>
              </a:rPr>
              <a:t>Բացատրել ԱԲ-ի հիմնական բարոյական սկզբունքները՝ կողմնակալություն, թափանցիկություն և հաշվետվողականություն, արդարություն, անձնական տվյալների պաշտպանություն, մտավոր սեփականություն, վերահսկողություն և անվտանգության ապահովում։</a:t>
            </a:r>
            <a:endParaRPr sz="1600">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latin typeface="Urbanist"/>
                <a:ea typeface="Urbanist"/>
                <a:cs typeface="Urbanist"/>
                <a:sym typeface="Urbanist"/>
              </a:rPr>
              <a:t>Յուրաքանչյուր սկզբունքի համար ներկայացնել հստակ օրինակ, որը ցույց է տալիս դրա կիրառման կամ խախտման հետևանքները։</a:t>
            </a:r>
            <a:endParaRPr sz="1600">
              <a:latin typeface="Urbanist"/>
              <a:ea typeface="Urbanist"/>
              <a:cs typeface="Urbanist"/>
              <a:sym typeface="Urbanist"/>
            </a:endParaRPr>
          </a:p>
          <a:p>
            <a:pPr indent="-330200" lvl="0" marL="457200" rtl="0" algn="l">
              <a:lnSpc>
                <a:spcPct val="115000"/>
              </a:lnSpc>
              <a:spcBef>
                <a:spcPts val="1000"/>
              </a:spcBef>
              <a:spcAft>
                <a:spcPts val="1000"/>
              </a:spcAft>
              <a:buClr>
                <a:srgbClr val="FDC672"/>
              </a:buClr>
              <a:buSzPts val="1600"/>
              <a:buFont typeface="Urbanist"/>
              <a:buChar char="●"/>
            </a:pPr>
            <a:r>
              <a:rPr lang="ru" sz="1600">
                <a:latin typeface="Urbanist"/>
                <a:ea typeface="Urbanist"/>
                <a:cs typeface="Urbanist"/>
                <a:sym typeface="Urbanist"/>
              </a:rPr>
              <a:t>Վերլուծել տարբեր իրավիճակներ, որոշելով, թե որ բարոյական սկզբունքներն են ներառված և ինչպես են դրանք ազդում որոշումների ու գործողությունների վրա։</a:t>
            </a:r>
            <a:endParaRPr sz="1800">
              <a:latin typeface="Urbanist"/>
              <a:ea typeface="Urbanist"/>
              <a:cs typeface="Urbanist"/>
              <a:sym typeface="Urbanis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descr="Image" id="228" name="Google Shape;228;p38"/>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229" name="Google Shape;229;p38"/>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ԱԲ-ի բարոյական սկզբունքները</a:t>
            </a:r>
            <a:endParaRPr b="0" i="0" sz="500" u="none" cap="none" strike="noStrike">
              <a:solidFill>
                <a:srgbClr val="000000"/>
              </a:solidFill>
              <a:latin typeface="Arial"/>
              <a:ea typeface="Arial"/>
              <a:cs typeface="Arial"/>
              <a:sym typeface="Arial"/>
            </a:endParaRPr>
          </a:p>
        </p:txBody>
      </p:sp>
      <p:sp>
        <p:nvSpPr>
          <p:cNvPr id="230" name="Google Shape;230;p38"/>
          <p:cNvSpPr txBox="1"/>
          <p:nvPr/>
        </p:nvSpPr>
        <p:spPr>
          <a:xfrm>
            <a:off x="642925" y="1831425"/>
            <a:ext cx="8162400" cy="15774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None/>
            </a:pPr>
            <a:r>
              <a:rPr b="1" lang="ru" sz="1800">
                <a:solidFill>
                  <a:schemeClr val="dk2"/>
                </a:solidFill>
                <a:latin typeface="Urbanist"/>
                <a:ea typeface="Urbanist"/>
                <a:cs typeface="Urbanist"/>
                <a:sym typeface="Urbanist"/>
              </a:rPr>
              <a:t>Թափանցիկություն</a:t>
            </a:r>
            <a:endParaRPr b="1" sz="1800">
              <a:solidFill>
                <a:schemeClr val="dk2"/>
              </a:solidFill>
              <a:latin typeface="Urbanist"/>
              <a:ea typeface="Urbanist"/>
              <a:cs typeface="Urbanist"/>
              <a:sym typeface="Urbanist"/>
            </a:endParaRPr>
          </a:p>
          <a:p>
            <a:pPr indent="-330200" lvl="0" marL="457200" rtl="0" algn="l">
              <a:lnSpc>
                <a:spcPct val="115000"/>
              </a:lnSpc>
              <a:spcBef>
                <a:spcPts val="1000"/>
              </a:spcBef>
              <a:spcAft>
                <a:spcPts val="1000"/>
              </a:spcAft>
              <a:buClr>
                <a:srgbClr val="FDC672"/>
              </a:buClr>
              <a:buSzPts val="1600"/>
              <a:buFont typeface="Urbanist"/>
              <a:buChar char="●"/>
            </a:pPr>
            <a:r>
              <a:rPr lang="ru" sz="1600">
                <a:latin typeface="Urbanist"/>
                <a:ea typeface="Urbanist"/>
                <a:cs typeface="Urbanist"/>
                <a:sym typeface="Urbanist"/>
              </a:rPr>
              <a:t>Մարդիկ պետք է իրավունք ունենան իմանալու, թե երբ և ինչպես է օգտագործվում ԱԲ-ն: Նրանք պետք է տեղյակ լինեն, թե ինչ տեղեկատվության հիման վրա է ալգորիթմը որոշումներ կայացնում և չդիտարկեն դրա աշխատանքի սկզբունքները որպես փակ, անհասանելի տուփ:</a:t>
            </a:r>
            <a:endParaRPr b="1" sz="2000">
              <a:solidFill>
                <a:schemeClr val="dk1"/>
              </a:solidFill>
              <a:latin typeface="Urbanist"/>
              <a:ea typeface="Urbanist"/>
              <a:cs typeface="Urbanist"/>
              <a:sym typeface="Urbanis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descr="Image" id="235" name="Google Shape;235;p39"/>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236" name="Google Shape;236;p39"/>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ԱԲ-ի բարոյական սկզբունքները</a:t>
            </a:r>
            <a:endParaRPr b="0" i="0" sz="500" u="none" cap="none" strike="noStrike">
              <a:solidFill>
                <a:srgbClr val="000000"/>
              </a:solidFill>
              <a:latin typeface="Arial"/>
              <a:ea typeface="Arial"/>
              <a:cs typeface="Arial"/>
              <a:sym typeface="Arial"/>
            </a:endParaRPr>
          </a:p>
        </p:txBody>
      </p:sp>
      <p:sp>
        <p:nvSpPr>
          <p:cNvPr id="237" name="Google Shape;237;p39"/>
          <p:cNvSpPr txBox="1"/>
          <p:nvPr/>
        </p:nvSpPr>
        <p:spPr>
          <a:xfrm>
            <a:off x="642925" y="1831425"/>
            <a:ext cx="8162400" cy="17058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None/>
            </a:pPr>
            <a:r>
              <a:rPr b="1" lang="ru" sz="1800">
                <a:solidFill>
                  <a:schemeClr val="dk2"/>
                </a:solidFill>
                <a:latin typeface="Urbanist"/>
                <a:ea typeface="Urbanist"/>
                <a:cs typeface="Urbanist"/>
                <a:sym typeface="Urbanist"/>
              </a:rPr>
              <a:t>Հաշվետվողականություն</a:t>
            </a:r>
            <a:endParaRPr b="1" sz="1800">
              <a:solidFill>
                <a:schemeClr val="dk2"/>
              </a:solidFill>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latin typeface="Urbanist"/>
                <a:ea typeface="Urbanist"/>
                <a:cs typeface="Urbanist"/>
                <a:sym typeface="Urbanist"/>
              </a:rPr>
              <a:t>Որոշ իրավիճակներում դժվար է որոշել, թե ով պետք է պատասխանատու լինի ԱԲ-ի կայացրած որոշումների համար: </a:t>
            </a:r>
            <a:endParaRPr sz="1600">
              <a:latin typeface="Urbanist"/>
              <a:ea typeface="Urbanist"/>
              <a:cs typeface="Urbanist"/>
              <a:sym typeface="Urbanist"/>
            </a:endParaRPr>
          </a:p>
          <a:p>
            <a:pPr indent="-330200" lvl="0" marL="457200" rtl="0" algn="l">
              <a:lnSpc>
                <a:spcPct val="115000"/>
              </a:lnSpc>
              <a:spcBef>
                <a:spcPts val="1000"/>
              </a:spcBef>
              <a:spcAft>
                <a:spcPts val="1000"/>
              </a:spcAft>
              <a:buClr>
                <a:srgbClr val="FDC672"/>
              </a:buClr>
              <a:buSzPts val="1600"/>
              <a:buFont typeface="Urbanist"/>
              <a:buChar char="●"/>
            </a:pPr>
            <a:r>
              <a:rPr lang="ru" sz="1600">
                <a:latin typeface="Urbanist"/>
                <a:ea typeface="Urbanist"/>
                <a:cs typeface="Urbanist"/>
                <a:sym typeface="Urbanist"/>
              </a:rPr>
              <a:t>ԱԲ ալգորիթմներ ստեղծող և կիրառող մարդիկ կամ ընկերությունները պետք է լինեն ճանաչելի և հաշվետու (նույնիսկ եթե հետևանքները կանխամտածված չեն):</a:t>
            </a:r>
            <a:endParaRPr sz="1800">
              <a:latin typeface="Urbanist"/>
              <a:ea typeface="Urbanist"/>
              <a:cs typeface="Urbanist"/>
              <a:sym typeface="Urbanis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pic>
        <p:nvPicPr>
          <p:cNvPr descr="Image" id="242" name="Google Shape;242;p40"/>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243" name="Google Shape;243;p40"/>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ԱԲ-ի բարոյական սկզբունքները</a:t>
            </a:r>
            <a:endParaRPr b="0" i="0" sz="500" u="none" cap="none" strike="noStrike">
              <a:solidFill>
                <a:srgbClr val="000000"/>
              </a:solidFill>
              <a:latin typeface="Arial"/>
              <a:ea typeface="Arial"/>
              <a:cs typeface="Arial"/>
              <a:sym typeface="Arial"/>
            </a:endParaRPr>
          </a:p>
        </p:txBody>
      </p:sp>
      <p:sp>
        <p:nvSpPr>
          <p:cNvPr id="244" name="Google Shape;244;p40"/>
          <p:cNvSpPr txBox="1"/>
          <p:nvPr/>
        </p:nvSpPr>
        <p:spPr>
          <a:xfrm>
            <a:off x="642925" y="1831425"/>
            <a:ext cx="8162400" cy="12942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None/>
            </a:pPr>
            <a:r>
              <a:rPr b="1" lang="ru" sz="1800">
                <a:solidFill>
                  <a:schemeClr val="dk2"/>
                </a:solidFill>
                <a:latin typeface="Urbanist"/>
                <a:ea typeface="Urbanist"/>
                <a:cs typeface="Urbanist"/>
                <a:sym typeface="Urbanist"/>
              </a:rPr>
              <a:t>Արդարություն</a:t>
            </a:r>
            <a:endParaRPr b="1" sz="1800">
              <a:solidFill>
                <a:schemeClr val="dk2"/>
              </a:solidFill>
              <a:latin typeface="Urbanist"/>
              <a:ea typeface="Urbanist"/>
              <a:cs typeface="Urbanist"/>
              <a:sym typeface="Urbanist"/>
            </a:endParaRPr>
          </a:p>
          <a:p>
            <a:pPr indent="-330200" lvl="0" marL="457200" rtl="0" algn="l">
              <a:lnSpc>
                <a:spcPct val="115000"/>
              </a:lnSpc>
              <a:spcBef>
                <a:spcPts val="1000"/>
              </a:spcBef>
              <a:spcAft>
                <a:spcPts val="1000"/>
              </a:spcAft>
              <a:buClr>
                <a:srgbClr val="FDC672"/>
              </a:buClr>
              <a:buSzPts val="1600"/>
              <a:buFont typeface="Urbanist"/>
              <a:buChar char="●"/>
            </a:pPr>
            <a:r>
              <a:rPr lang="ru" sz="1600">
                <a:latin typeface="Urbanist"/>
                <a:ea typeface="Urbanist"/>
                <a:cs typeface="Urbanist"/>
                <a:sym typeface="Urbanist"/>
              </a:rPr>
              <a:t>ԱԲ-ն պետք է գործի անաչառ և արդար, չպետք է հանգեցնի անհատների, համայնքների կամ խմբերի նկատմամբ անարդար խտրականության: Վարժեցման տվյալները պետք է ընտրվեն այնպես, որ բացառվի ցանկացած կողմնակալություն:</a:t>
            </a:r>
            <a:endParaRPr sz="1800">
              <a:latin typeface="Urbanist"/>
              <a:ea typeface="Urbanist"/>
              <a:cs typeface="Urbanist"/>
              <a:sym typeface="Urbanis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pic>
        <p:nvPicPr>
          <p:cNvPr descr="Image" id="249" name="Google Shape;249;p41"/>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250" name="Google Shape;250;p41"/>
          <p:cNvSpPr txBox="1"/>
          <p:nvPr/>
        </p:nvSpPr>
        <p:spPr>
          <a:xfrm>
            <a:off x="642925" y="1831425"/>
            <a:ext cx="8162400" cy="29670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None/>
            </a:pPr>
            <a:r>
              <a:rPr b="1" lang="ru" sz="1800">
                <a:solidFill>
                  <a:schemeClr val="dk2"/>
                </a:solidFill>
                <a:latin typeface="Urbanist"/>
                <a:ea typeface="Urbanist"/>
                <a:cs typeface="Urbanist"/>
                <a:sym typeface="Urbanist"/>
              </a:rPr>
              <a:t>Անձնական Տվյալների Պաշտպանություն</a:t>
            </a:r>
            <a:endParaRPr b="1" sz="1800">
              <a:solidFill>
                <a:schemeClr val="dk2"/>
              </a:solidFill>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latin typeface="Urbanist"/>
                <a:ea typeface="Urbanist"/>
                <a:cs typeface="Urbanist"/>
                <a:sym typeface="Urbanist"/>
              </a:rPr>
              <a:t>ԱԲ համակարգերը պետք է կառուցվեն այնպես, որ բացառեն տվյալների չարաշահումն ու արտահոսքը։ </a:t>
            </a:r>
            <a:endParaRPr sz="1600">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latin typeface="Urbanist"/>
                <a:ea typeface="Urbanist"/>
                <a:cs typeface="Urbanist"/>
                <a:sym typeface="Urbanist"/>
              </a:rPr>
              <a:t>Անձնական տվյալների պաշտպանության համար անհրաժեշտ են վստահելի տեխնիկական և կազմակերպչական միջոցառումներ, ինչպիսիք են՝ զգայուն տվյալների պաշտպանությունը, մուտքի խիստ վերահսկողությունը և թույլտվությունների հստակ կարգավորումը։ </a:t>
            </a:r>
            <a:endParaRPr sz="1600">
              <a:latin typeface="Urbanist"/>
              <a:ea typeface="Urbanist"/>
              <a:cs typeface="Urbanist"/>
              <a:sym typeface="Urbanist"/>
            </a:endParaRPr>
          </a:p>
          <a:p>
            <a:pPr indent="-330200" lvl="0" marL="457200" rtl="0" algn="l">
              <a:lnSpc>
                <a:spcPct val="115000"/>
              </a:lnSpc>
              <a:spcBef>
                <a:spcPts val="1000"/>
              </a:spcBef>
              <a:spcAft>
                <a:spcPts val="1000"/>
              </a:spcAft>
              <a:buClr>
                <a:srgbClr val="FDC672"/>
              </a:buClr>
              <a:buSzPts val="1600"/>
              <a:buFont typeface="Urbanist"/>
              <a:buChar char="●"/>
            </a:pPr>
            <a:r>
              <a:rPr lang="ru" sz="1600">
                <a:latin typeface="Urbanist"/>
                <a:ea typeface="Urbanist"/>
                <a:cs typeface="Urbanist"/>
                <a:sym typeface="Urbanist"/>
              </a:rPr>
              <a:t>Այս քայլերով ապահովվում է օգտատերերի տվյալների անվտանգությունն ու նրանց վստահությունը ԱԲ համակարգերի նկատմամբ։</a:t>
            </a:r>
            <a:endParaRPr sz="2000">
              <a:latin typeface="Urbanist"/>
              <a:ea typeface="Urbanist"/>
              <a:cs typeface="Urbanist"/>
              <a:sym typeface="Urbanist"/>
            </a:endParaRPr>
          </a:p>
        </p:txBody>
      </p:sp>
      <p:sp>
        <p:nvSpPr>
          <p:cNvPr id="251" name="Google Shape;251;p41"/>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ԱԲ-ի բարոյական սկզբունքները</a:t>
            </a:r>
            <a:endParaRPr b="0" i="0" sz="5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pic>
        <p:nvPicPr>
          <p:cNvPr descr="Image" id="256" name="Google Shape;256;p42"/>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257" name="Google Shape;257;p42"/>
          <p:cNvSpPr txBox="1"/>
          <p:nvPr/>
        </p:nvSpPr>
        <p:spPr>
          <a:xfrm>
            <a:off x="642925" y="1450425"/>
            <a:ext cx="8162400" cy="3117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1000"/>
              </a:spcAft>
              <a:buNone/>
            </a:pPr>
            <a:r>
              <a:rPr b="1" lang="ru" sz="1800">
                <a:solidFill>
                  <a:schemeClr val="dk2"/>
                </a:solidFill>
                <a:latin typeface="Urbanist"/>
                <a:ea typeface="Urbanist"/>
                <a:cs typeface="Urbanist"/>
                <a:sym typeface="Urbanist"/>
              </a:rPr>
              <a:t>Մտավոր Սեփականություն</a:t>
            </a:r>
            <a:endParaRPr sz="2000">
              <a:latin typeface="Urbanist"/>
              <a:ea typeface="Urbanist"/>
              <a:cs typeface="Urbanist"/>
              <a:sym typeface="Urbanist"/>
            </a:endParaRPr>
          </a:p>
        </p:txBody>
      </p:sp>
      <p:pic>
        <p:nvPicPr>
          <p:cNvPr id="258" name="Google Shape;258;p42"/>
          <p:cNvPicPr preferRelativeResize="0"/>
          <p:nvPr/>
        </p:nvPicPr>
        <p:blipFill>
          <a:blip r:embed="rId4">
            <a:alphaModFix/>
          </a:blip>
          <a:stretch>
            <a:fillRect/>
          </a:stretch>
        </p:blipFill>
        <p:spPr>
          <a:xfrm>
            <a:off x="1250225" y="1889325"/>
            <a:ext cx="2724150" cy="2200275"/>
          </a:xfrm>
          <a:prstGeom prst="rect">
            <a:avLst/>
          </a:prstGeom>
          <a:noFill/>
          <a:ln>
            <a:noFill/>
          </a:ln>
        </p:spPr>
      </p:pic>
      <p:pic>
        <p:nvPicPr>
          <p:cNvPr id="259" name="Google Shape;259;p42"/>
          <p:cNvPicPr preferRelativeResize="0"/>
          <p:nvPr/>
        </p:nvPicPr>
        <p:blipFill rotWithShape="1">
          <a:blip r:embed="rId5">
            <a:alphaModFix/>
          </a:blip>
          <a:srcRect b="0" l="5973" r="1707" t="3128"/>
          <a:stretch/>
        </p:blipFill>
        <p:spPr>
          <a:xfrm>
            <a:off x="4972950" y="1889325"/>
            <a:ext cx="2627814" cy="2200275"/>
          </a:xfrm>
          <a:prstGeom prst="rect">
            <a:avLst/>
          </a:prstGeom>
          <a:noFill/>
          <a:ln>
            <a:noFill/>
          </a:ln>
        </p:spPr>
      </p:pic>
      <p:sp>
        <p:nvSpPr>
          <p:cNvPr id="260" name="Google Shape;260;p42"/>
          <p:cNvSpPr txBox="1"/>
          <p:nvPr/>
        </p:nvSpPr>
        <p:spPr>
          <a:xfrm>
            <a:off x="1066500" y="4201200"/>
            <a:ext cx="2839200" cy="31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ru" sz="1200">
                <a:solidFill>
                  <a:schemeClr val="dk2"/>
                </a:solidFill>
                <a:latin typeface="Urbanist"/>
                <a:ea typeface="Urbanist"/>
                <a:cs typeface="Urbanist"/>
                <a:sym typeface="Urbanist"/>
              </a:rPr>
              <a:t>Սալվադոր Դալիի բնօրինակ նկարը</a:t>
            </a:r>
            <a:endParaRPr b="1" sz="1200">
              <a:solidFill>
                <a:schemeClr val="dk2"/>
              </a:solidFill>
              <a:latin typeface="Urbanist"/>
              <a:ea typeface="Urbanist"/>
              <a:cs typeface="Urbanist"/>
              <a:sym typeface="Urbanist"/>
            </a:endParaRPr>
          </a:p>
        </p:txBody>
      </p:sp>
      <p:sp>
        <p:nvSpPr>
          <p:cNvPr id="261" name="Google Shape;261;p42"/>
          <p:cNvSpPr txBox="1"/>
          <p:nvPr/>
        </p:nvSpPr>
        <p:spPr>
          <a:xfrm>
            <a:off x="4266900" y="4201200"/>
            <a:ext cx="3810600" cy="735600"/>
          </a:xfrm>
          <a:prstGeom prst="rect">
            <a:avLst/>
          </a:prstGeom>
          <a:noFill/>
          <a:ln>
            <a:noFill/>
          </a:ln>
        </p:spPr>
        <p:txBody>
          <a:bodyPr anchorCtr="0" anchor="ctr" bIns="91425" lIns="91425" spcFirstLastPara="1" rIns="91425" wrap="square" tIns="91425">
            <a:noAutofit/>
          </a:bodyPr>
          <a:lstStyle/>
          <a:p>
            <a:pPr indent="0" lvl="0" marL="0" marR="38100" rtl="0" algn="ctr">
              <a:lnSpc>
                <a:spcPct val="115000"/>
              </a:lnSpc>
              <a:spcBef>
                <a:spcPts val="0"/>
              </a:spcBef>
              <a:spcAft>
                <a:spcPts val="0"/>
              </a:spcAft>
              <a:buNone/>
            </a:pPr>
            <a:r>
              <a:rPr b="1" lang="ru" sz="1200">
                <a:solidFill>
                  <a:schemeClr val="dk2"/>
                </a:solidFill>
                <a:latin typeface="Urbanist"/>
                <a:ea typeface="Urbanist"/>
                <a:cs typeface="Urbanist"/>
                <a:sym typeface="Urbanist"/>
              </a:rPr>
              <a:t>ԱԲ-ի կողմից ստեղծված նկարը՝ ներշնչված Սալվադոր Դալիի նկարներից (որոնցով ԱԲ-ն վարժեցվել է)։</a:t>
            </a:r>
            <a:endParaRPr b="1" sz="1200">
              <a:solidFill>
                <a:schemeClr val="dk2"/>
              </a:solidFill>
              <a:latin typeface="Urbanist"/>
              <a:ea typeface="Urbanist"/>
              <a:cs typeface="Urbanist"/>
              <a:sym typeface="Urbanist"/>
            </a:endParaRPr>
          </a:p>
        </p:txBody>
      </p:sp>
      <p:sp>
        <p:nvSpPr>
          <p:cNvPr id="262" name="Google Shape;262;p42"/>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ԱԲ-ի բարոյական սկզբունքները</a:t>
            </a:r>
            <a:endParaRPr b="0" i="0" sz="5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descr="Image" id="267" name="Google Shape;267;p43"/>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268" name="Google Shape;268;p43"/>
          <p:cNvSpPr txBox="1"/>
          <p:nvPr/>
        </p:nvSpPr>
        <p:spPr>
          <a:xfrm>
            <a:off x="642925" y="1831425"/>
            <a:ext cx="8162400" cy="20817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None/>
            </a:pPr>
            <a:r>
              <a:rPr lang="ru" sz="1600">
                <a:latin typeface="Urbanist"/>
                <a:ea typeface="Urbanist"/>
                <a:cs typeface="Urbanist"/>
                <a:sym typeface="Urbanist"/>
              </a:rPr>
              <a:t>ԱԲ-ի վարժեցման տվյալները ներառում են միլիոնավոր աշխատանքներ, որոնք ստեղծվել են մարդկանց կողմից, ինչը բազում մտահոգություններ է առաջացնում՝</a:t>
            </a:r>
            <a:endParaRPr sz="1600">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latin typeface="Urbanist"/>
                <a:ea typeface="Urbanist"/>
                <a:cs typeface="Urbanist"/>
                <a:sym typeface="Urbanist"/>
              </a:rPr>
              <a:t>Հեղինակային իրավունքի և դրա պատշաճ ճանաչման հարց։</a:t>
            </a:r>
            <a:endParaRPr sz="1600">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latin typeface="Urbanist"/>
                <a:ea typeface="Urbanist"/>
                <a:cs typeface="Urbanist"/>
                <a:sym typeface="Urbanist"/>
              </a:rPr>
              <a:t>ԱԲ-ի կողմից ստեղծված աշխատանքների նկատմամբ սեփականության իրավունք։</a:t>
            </a:r>
            <a:endParaRPr sz="1600">
              <a:latin typeface="Urbanist"/>
              <a:ea typeface="Urbanist"/>
              <a:cs typeface="Urbanist"/>
              <a:sym typeface="Urbanist"/>
            </a:endParaRPr>
          </a:p>
          <a:p>
            <a:pPr indent="-330200" lvl="0" marL="457200" rtl="0" algn="l">
              <a:lnSpc>
                <a:spcPct val="115000"/>
              </a:lnSpc>
              <a:spcBef>
                <a:spcPts val="1000"/>
              </a:spcBef>
              <a:spcAft>
                <a:spcPts val="1000"/>
              </a:spcAft>
              <a:buClr>
                <a:srgbClr val="FDC672"/>
              </a:buClr>
              <a:buSzPts val="1600"/>
              <a:buFont typeface="Urbanist"/>
              <a:buChar char="●"/>
            </a:pPr>
            <a:r>
              <a:rPr lang="ru" sz="1600">
                <a:latin typeface="Urbanist"/>
                <a:ea typeface="Urbanist"/>
                <a:cs typeface="Urbanist"/>
                <a:sym typeface="Urbanist"/>
              </a:rPr>
              <a:t>Քանի որ ԱԲ համակարգերը շարունակում են զարգանալ, արվեստի շատ մասնագիտական աշխատանքներ կարող են ավտոմատացվել։</a:t>
            </a:r>
            <a:endParaRPr sz="1600">
              <a:latin typeface="Urbanist"/>
              <a:ea typeface="Urbanist"/>
              <a:cs typeface="Urbanist"/>
              <a:sym typeface="Urbanist"/>
            </a:endParaRPr>
          </a:p>
        </p:txBody>
      </p:sp>
      <p:sp>
        <p:nvSpPr>
          <p:cNvPr id="269" name="Google Shape;269;p43"/>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ԱԲ-ի բարոյական սկզբունքները</a:t>
            </a:r>
            <a:endParaRPr b="0" i="0" sz="5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descr="Image" id="274" name="Google Shape;274;p44"/>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275" name="Google Shape;275;p44"/>
          <p:cNvSpPr txBox="1"/>
          <p:nvPr/>
        </p:nvSpPr>
        <p:spPr>
          <a:xfrm>
            <a:off x="642925" y="1831425"/>
            <a:ext cx="8162400" cy="24006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None/>
            </a:pPr>
            <a:r>
              <a:rPr b="1" lang="ru" sz="1800">
                <a:solidFill>
                  <a:schemeClr val="dk2"/>
                </a:solidFill>
                <a:latin typeface="Urbanist"/>
                <a:ea typeface="Urbanist"/>
                <a:cs typeface="Urbanist"/>
                <a:sym typeface="Urbanist"/>
              </a:rPr>
              <a:t>Անվտանգության հետ կապված մտահոգություններ</a:t>
            </a:r>
            <a:endParaRPr b="1" sz="1800">
              <a:solidFill>
                <a:schemeClr val="dk2"/>
              </a:solidFill>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latin typeface="Urbanist"/>
                <a:ea typeface="Urbanist"/>
                <a:cs typeface="Urbanist"/>
                <a:sym typeface="Urbanist"/>
              </a:rPr>
              <a:t>ԱԲ-ի բոլոր ոլորտներում մարդիկ չպետք է մոռանան վերահսկողության մասին։</a:t>
            </a:r>
            <a:endParaRPr sz="1600">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latin typeface="Urbanist"/>
                <a:ea typeface="Urbanist"/>
                <a:cs typeface="Urbanist"/>
                <a:sym typeface="Urbanist"/>
              </a:rPr>
              <a:t>Ի՞նչ եք կարծում այն մասին, թե արդյոք մարդիկ կարող են կորցնել ԱԲ-ի նկատմամբ վերահսկողությունը կամ տեսադաշտը, և արդյոք ԱԲ-ն կարող է դառնալ չափազանց հզոր և հակասել մարդկային արժեքներին։ </a:t>
            </a:r>
            <a:endParaRPr sz="1600">
              <a:latin typeface="Urbanist"/>
              <a:ea typeface="Urbanist"/>
              <a:cs typeface="Urbanist"/>
              <a:sym typeface="Urbanist"/>
            </a:endParaRPr>
          </a:p>
          <a:p>
            <a:pPr indent="-330200" lvl="0" marL="457200" rtl="0" algn="l">
              <a:lnSpc>
                <a:spcPct val="115000"/>
              </a:lnSpc>
              <a:spcBef>
                <a:spcPts val="1000"/>
              </a:spcBef>
              <a:spcAft>
                <a:spcPts val="1000"/>
              </a:spcAft>
              <a:buClr>
                <a:srgbClr val="FDC672"/>
              </a:buClr>
              <a:buSzPts val="1600"/>
              <a:buFont typeface="Urbanist"/>
              <a:buChar char="●"/>
            </a:pPr>
            <a:r>
              <a:rPr lang="ru" sz="1600">
                <a:latin typeface="Urbanist"/>
                <a:ea typeface="Urbanist"/>
                <a:cs typeface="Urbanist"/>
                <a:sym typeface="Urbanist"/>
              </a:rPr>
              <a:t>Քննարկե՛ք նաև սպառազինությունների մրցավազքը, որում ներգրավված են տարբեր երկրներ։</a:t>
            </a:r>
            <a:endParaRPr sz="1600">
              <a:latin typeface="Urbanist"/>
              <a:ea typeface="Urbanist"/>
              <a:cs typeface="Urbanist"/>
              <a:sym typeface="Urbanist"/>
            </a:endParaRPr>
          </a:p>
        </p:txBody>
      </p:sp>
      <p:sp>
        <p:nvSpPr>
          <p:cNvPr id="276" name="Google Shape;276;p44"/>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ԱԲ-ի բարոյական սկզբունքները</a:t>
            </a:r>
            <a:endParaRPr b="0" i="0" sz="5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BC4F"/>
        </a:solidFill>
      </p:bgPr>
    </p:bg>
    <p:spTree>
      <p:nvGrpSpPr>
        <p:cNvPr id="280" name="Shape 280"/>
        <p:cNvGrpSpPr/>
        <p:nvPr/>
      </p:nvGrpSpPr>
      <p:grpSpPr>
        <a:xfrm>
          <a:off x="0" y="0"/>
          <a:ext cx="0" cy="0"/>
          <a:chOff x="0" y="0"/>
          <a:chExt cx="0" cy="0"/>
        </a:xfrm>
      </p:grpSpPr>
      <p:pic>
        <p:nvPicPr>
          <p:cNvPr descr="Image" id="281" name="Google Shape;281;p45"/>
          <p:cNvPicPr preferRelativeResize="0"/>
          <p:nvPr/>
        </p:nvPicPr>
        <p:blipFill rotWithShape="1">
          <a:blip r:embed="rId3">
            <a:alphaModFix/>
          </a:blip>
          <a:srcRect b="0" l="17898" r="0" t="23365"/>
          <a:stretch/>
        </p:blipFill>
        <p:spPr>
          <a:xfrm>
            <a:off x="-13412" y="-7809"/>
            <a:ext cx="1695545" cy="1169820"/>
          </a:xfrm>
          <a:prstGeom prst="rect">
            <a:avLst/>
          </a:prstGeom>
          <a:noFill/>
          <a:ln>
            <a:noFill/>
          </a:ln>
        </p:spPr>
      </p:pic>
      <p:sp>
        <p:nvSpPr>
          <p:cNvPr id="282" name="Google Shape;282;p45"/>
          <p:cNvSpPr txBox="1"/>
          <p:nvPr/>
        </p:nvSpPr>
        <p:spPr>
          <a:xfrm>
            <a:off x="476248" y="282675"/>
            <a:ext cx="5585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FFFFFF"/>
              </a:buClr>
              <a:buSzPts val="3000"/>
              <a:buFont typeface="Urbanist ExtraBold"/>
              <a:buNone/>
            </a:pPr>
            <a:r>
              <a:rPr lang="ru" sz="3000">
                <a:solidFill>
                  <a:srgbClr val="FFFFFF"/>
                </a:solidFill>
                <a:latin typeface="Urbanist ExtraBold"/>
                <a:ea typeface="Urbanist ExtraBold"/>
                <a:cs typeface="Urbanist ExtraBold"/>
                <a:sym typeface="Urbanist ExtraBold"/>
              </a:rPr>
              <a:t>Զույգերով աշխատանք</a:t>
            </a:r>
            <a:endParaRPr b="0" i="0" sz="500" u="none" cap="none" strike="noStrike">
              <a:solidFill>
                <a:srgbClr val="000000"/>
              </a:solidFill>
              <a:latin typeface="Arial"/>
              <a:ea typeface="Arial"/>
              <a:cs typeface="Arial"/>
              <a:sym typeface="Arial"/>
            </a:endParaRPr>
          </a:p>
        </p:txBody>
      </p:sp>
      <p:sp>
        <p:nvSpPr>
          <p:cNvPr id="283" name="Google Shape;283;p45"/>
          <p:cNvSpPr txBox="1"/>
          <p:nvPr/>
        </p:nvSpPr>
        <p:spPr>
          <a:xfrm>
            <a:off x="949400" y="1114425"/>
            <a:ext cx="7313700" cy="630300"/>
          </a:xfrm>
          <a:prstGeom prst="rect">
            <a:avLst/>
          </a:prstGeom>
          <a:noFill/>
          <a:ln>
            <a:noFill/>
          </a:ln>
        </p:spPr>
        <p:txBody>
          <a:bodyPr anchorCtr="0" anchor="t" bIns="17150" lIns="17150" spcFirstLastPara="1" rIns="17150" wrap="square" tIns="17150">
            <a:spAutoFit/>
          </a:bodyPr>
          <a:lstStyle/>
          <a:p>
            <a:pPr indent="0" lvl="0" marL="0" marR="0" rtl="0" algn="l">
              <a:lnSpc>
                <a:spcPct val="115000"/>
              </a:lnSpc>
              <a:spcBef>
                <a:spcPts val="0"/>
              </a:spcBef>
              <a:spcAft>
                <a:spcPts val="1000"/>
              </a:spcAft>
              <a:buClr>
                <a:srgbClr val="3A475A"/>
              </a:buClr>
              <a:buSzPts val="1500"/>
              <a:buFont typeface="Urbanist Light"/>
              <a:buNone/>
            </a:pPr>
            <a:r>
              <a:rPr b="1" lang="ru" sz="1800">
                <a:solidFill>
                  <a:srgbClr val="3A475A"/>
                </a:solidFill>
                <a:latin typeface="Urbanist"/>
                <a:ea typeface="Urbanist"/>
                <a:cs typeface="Urbanist"/>
                <a:sym typeface="Urbanist"/>
              </a:rPr>
              <a:t>Աշխատե՛ք զույգերով և կատարեք հաջորդիվ ներկայացված առաջադրանքները։</a:t>
            </a:r>
            <a:endParaRPr b="1" sz="1600">
              <a:solidFill>
                <a:srgbClr val="3A475A"/>
              </a:solidFill>
              <a:latin typeface="Urbanist"/>
              <a:ea typeface="Urbanist"/>
              <a:cs typeface="Urbanist"/>
              <a:sym typeface="Urbanis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pic>
        <p:nvPicPr>
          <p:cNvPr descr="Image" id="288" name="Google Shape;288;p46"/>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289" name="Google Shape;289;p46"/>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Օրինակ </a:t>
            </a:r>
            <a:r>
              <a:rPr lang="ru" sz="3000">
                <a:solidFill>
                  <a:srgbClr val="3A475A"/>
                </a:solidFill>
                <a:latin typeface="Urbanist ExtraBold"/>
                <a:ea typeface="Urbanist ExtraBold"/>
                <a:cs typeface="Urbanist ExtraBold"/>
                <a:sym typeface="Urbanist ExtraBold"/>
              </a:rPr>
              <a:t>1</a:t>
            </a:r>
            <a:endParaRPr b="0" i="0" sz="500" u="none" cap="none" strike="noStrike">
              <a:solidFill>
                <a:srgbClr val="000000"/>
              </a:solidFill>
              <a:latin typeface="Arial"/>
              <a:ea typeface="Arial"/>
              <a:cs typeface="Arial"/>
              <a:sym typeface="Arial"/>
            </a:endParaRPr>
          </a:p>
        </p:txBody>
      </p:sp>
      <p:sp>
        <p:nvSpPr>
          <p:cNvPr id="290" name="Google Shape;290;p46"/>
          <p:cNvSpPr txBox="1"/>
          <p:nvPr/>
        </p:nvSpPr>
        <p:spPr>
          <a:xfrm>
            <a:off x="152400" y="1676400"/>
            <a:ext cx="5052300" cy="210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ru" sz="1600">
                <a:solidFill>
                  <a:schemeClr val="dk2"/>
                </a:solidFill>
                <a:latin typeface="Urbanist"/>
                <a:ea typeface="Urbanist"/>
                <a:cs typeface="Urbanist"/>
                <a:sym typeface="Urbanist"/>
              </a:rPr>
              <a:t>Ուսումնասիրեք նկարում բերված իրավիճակը, որտեղ ԱԲ կառավարմամբ մեքենան պետք է որոշում կայացնի ուղիների միջև։</a:t>
            </a:r>
            <a:endParaRPr b="1" sz="1600">
              <a:solidFill>
                <a:schemeClr val="dk2"/>
              </a:solidFill>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latin typeface="Urbanist"/>
                <a:ea typeface="Urbanist"/>
                <a:cs typeface="Urbanist"/>
                <a:sym typeface="Urbanist"/>
              </a:rPr>
              <a:t>Քննարկե՛ք, թե որ որոշումն է ճիշտ բարոյական տեսանկյունից։ </a:t>
            </a:r>
            <a:endParaRPr sz="1600">
              <a:latin typeface="Urbanist"/>
              <a:ea typeface="Urbanist"/>
              <a:cs typeface="Urbanist"/>
              <a:sym typeface="Urbanist"/>
            </a:endParaRPr>
          </a:p>
          <a:p>
            <a:pPr indent="-330200" lvl="0" marL="457200" rtl="0" algn="l">
              <a:lnSpc>
                <a:spcPct val="115000"/>
              </a:lnSpc>
              <a:spcBef>
                <a:spcPts val="1000"/>
              </a:spcBef>
              <a:spcAft>
                <a:spcPts val="1000"/>
              </a:spcAft>
              <a:buClr>
                <a:srgbClr val="FDC672"/>
              </a:buClr>
              <a:buSzPts val="1600"/>
              <a:buFont typeface="Urbanist"/>
              <a:buChar char="●"/>
            </a:pPr>
            <a:r>
              <a:rPr lang="ru" sz="1600">
                <a:latin typeface="Urbanist"/>
                <a:ea typeface="Urbanist"/>
                <a:cs typeface="Urbanist"/>
                <a:sym typeface="Urbanist"/>
              </a:rPr>
              <a:t>Ո՞վ է պատասխանատու այդ որոշման համար։</a:t>
            </a:r>
            <a:endParaRPr sz="1600">
              <a:latin typeface="Urbanist"/>
              <a:ea typeface="Urbanist"/>
              <a:cs typeface="Urbanist"/>
              <a:sym typeface="Urbanist"/>
            </a:endParaRPr>
          </a:p>
        </p:txBody>
      </p:sp>
      <p:pic>
        <p:nvPicPr>
          <p:cNvPr id="291" name="Google Shape;291;p46"/>
          <p:cNvPicPr preferRelativeResize="0"/>
          <p:nvPr/>
        </p:nvPicPr>
        <p:blipFill>
          <a:blip r:embed="rId4">
            <a:alphaModFix/>
          </a:blip>
          <a:stretch>
            <a:fillRect/>
          </a:stretch>
        </p:blipFill>
        <p:spPr>
          <a:xfrm>
            <a:off x="5022425" y="1400150"/>
            <a:ext cx="3973551" cy="23432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pic>
        <p:nvPicPr>
          <p:cNvPr descr="Image" id="296" name="Google Shape;296;p47"/>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297" name="Google Shape;297;p47"/>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Օրինակ </a:t>
            </a:r>
            <a:r>
              <a:rPr lang="ru" sz="3000">
                <a:solidFill>
                  <a:srgbClr val="3A475A"/>
                </a:solidFill>
                <a:latin typeface="Urbanist ExtraBold"/>
                <a:ea typeface="Urbanist ExtraBold"/>
                <a:cs typeface="Urbanist ExtraBold"/>
                <a:sym typeface="Urbanist ExtraBold"/>
              </a:rPr>
              <a:t>2</a:t>
            </a:r>
            <a:endParaRPr b="0" i="0" sz="500" u="none" cap="none" strike="noStrike">
              <a:solidFill>
                <a:srgbClr val="000000"/>
              </a:solidFill>
              <a:latin typeface="Arial"/>
              <a:ea typeface="Arial"/>
              <a:cs typeface="Arial"/>
              <a:sym typeface="Arial"/>
            </a:endParaRPr>
          </a:p>
        </p:txBody>
      </p:sp>
      <p:sp>
        <p:nvSpPr>
          <p:cNvPr id="298" name="Google Shape;298;p47"/>
          <p:cNvSpPr txBox="1"/>
          <p:nvPr/>
        </p:nvSpPr>
        <p:spPr>
          <a:xfrm>
            <a:off x="152400" y="1676400"/>
            <a:ext cx="8486400" cy="2258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ru" sz="1600">
                <a:latin typeface="Urbanist"/>
                <a:ea typeface="Urbanist"/>
                <a:cs typeface="Urbanist"/>
                <a:sym typeface="Urbanist"/>
              </a:rPr>
              <a:t>Անհատականության թեստի հավելվածի մշակողը օգտատերերից հավաքում է հսկայական քանակությամբ անձնական տվյալներ: Առանց նրանց բացահայտ համաձայնության, այս տվյալները հետագայում մեծ քանակությամբ վաճառվում են մի ընկերության, որն օգտագործում է դրանք քաղաքական արշավի վրա ազդելու համար: </a:t>
            </a:r>
            <a:endParaRPr sz="1600">
              <a:latin typeface="Urbanist"/>
              <a:ea typeface="Urbanist"/>
              <a:cs typeface="Urbanist"/>
              <a:sym typeface="Urbanist"/>
            </a:endParaRPr>
          </a:p>
          <a:p>
            <a:pPr indent="-330200" lvl="0" marL="457200" rtl="0" algn="l">
              <a:lnSpc>
                <a:spcPct val="115000"/>
              </a:lnSpc>
              <a:spcBef>
                <a:spcPts val="1000"/>
              </a:spcBef>
              <a:spcAft>
                <a:spcPts val="1000"/>
              </a:spcAft>
              <a:buClr>
                <a:srgbClr val="FDC672"/>
              </a:buClr>
              <a:buSzPts val="1600"/>
              <a:buFont typeface="Urbanist"/>
              <a:buChar char="●"/>
            </a:pPr>
            <a:r>
              <a:rPr lang="ru" sz="1600">
                <a:latin typeface="Urbanist"/>
                <a:ea typeface="Urbanist"/>
                <a:cs typeface="Urbanist"/>
                <a:sym typeface="Urbanist"/>
              </a:rPr>
              <a:t>Նշե՛լ, թե այս իրավիճակում որ էթիկական սկզբունքն է վտանգված՝ ընդգծելով գաղտնիության, տեղեկացված համաձայնության և անձնական տեղեկատվության պատասխանատու օգտագործման վերաբերյալ մտահոգությունները:</a:t>
            </a:r>
            <a:endParaRPr sz="1600">
              <a:latin typeface="Urbanist"/>
              <a:ea typeface="Urbanist"/>
              <a:cs typeface="Urbanist"/>
              <a:sym typeface="Urbanis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pic>
        <p:nvPicPr>
          <p:cNvPr descr="Image" id="303" name="Google Shape;303;p48"/>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304" name="Google Shape;304;p48"/>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Օրինակ </a:t>
            </a:r>
            <a:r>
              <a:rPr lang="ru" sz="3000">
                <a:solidFill>
                  <a:srgbClr val="3A475A"/>
                </a:solidFill>
                <a:latin typeface="Urbanist ExtraBold"/>
                <a:ea typeface="Urbanist ExtraBold"/>
                <a:cs typeface="Urbanist ExtraBold"/>
                <a:sym typeface="Urbanist ExtraBold"/>
              </a:rPr>
              <a:t>3</a:t>
            </a:r>
            <a:endParaRPr b="0" i="0" sz="500" u="none" cap="none" strike="noStrike">
              <a:solidFill>
                <a:srgbClr val="000000"/>
              </a:solidFill>
              <a:latin typeface="Arial"/>
              <a:ea typeface="Arial"/>
              <a:cs typeface="Arial"/>
              <a:sym typeface="Arial"/>
            </a:endParaRPr>
          </a:p>
        </p:txBody>
      </p:sp>
      <p:sp>
        <p:nvSpPr>
          <p:cNvPr id="305" name="Google Shape;305;p48"/>
          <p:cNvSpPr txBox="1"/>
          <p:nvPr/>
        </p:nvSpPr>
        <p:spPr>
          <a:xfrm>
            <a:off x="152400" y="1371600"/>
            <a:ext cx="5052300" cy="4311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1000"/>
              </a:spcAft>
              <a:buClr>
                <a:srgbClr val="FDC672"/>
              </a:buClr>
              <a:buSzPts val="1600"/>
              <a:buFont typeface="Urbanist"/>
              <a:buChar char="●"/>
            </a:pPr>
            <a:r>
              <a:rPr b="1" lang="ru" sz="1600">
                <a:solidFill>
                  <a:schemeClr val="dk2"/>
                </a:solidFill>
                <a:latin typeface="Urbanist"/>
                <a:ea typeface="Urbanist"/>
                <a:cs typeface="Urbanist"/>
                <a:sym typeface="Urbanist"/>
              </a:rPr>
              <a:t>Ո՞ր բարոյական սկզբունքն է ներգրավված։</a:t>
            </a:r>
            <a:endParaRPr sz="1600">
              <a:latin typeface="Urbanist"/>
              <a:ea typeface="Urbanist"/>
              <a:cs typeface="Urbanist"/>
              <a:sym typeface="Urbanist"/>
            </a:endParaRPr>
          </a:p>
        </p:txBody>
      </p:sp>
      <p:pic>
        <p:nvPicPr>
          <p:cNvPr id="306" name="Google Shape;306;p48"/>
          <p:cNvPicPr preferRelativeResize="0"/>
          <p:nvPr/>
        </p:nvPicPr>
        <p:blipFill>
          <a:blip r:embed="rId4">
            <a:alphaModFix/>
          </a:blip>
          <a:stretch>
            <a:fillRect/>
          </a:stretch>
        </p:blipFill>
        <p:spPr>
          <a:xfrm>
            <a:off x="2207875" y="1940550"/>
            <a:ext cx="4699150" cy="29755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pic>
        <p:nvPicPr>
          <p:cNvPr descr="Image" id="311" name="Google Shape;311;p49"/>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312" name="Google Shape;312;p49"/>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Օրինակ </a:t>
            </a:r>
            <a:r>
              <a:rPr lang="ru" sz="3000">
                <a:solidFill>
                  <a:srgbClr val="3A475A"/>
                </a:solidFill>
                <a:latin typeface="Urbanist ExtraBold"/>
                <a:ea typeface="Urbanist ExtraBold"/>
                <a:cs typeface="Urbanist ExtraBold"/>
                <a:sym typeface="Urbanist ExtraBold"/>
              </a:rPr>
              <a:t>4</a:t>
            </a:r>
            <a:endParaRPr b="0" i="0" sz="500" u="none" cap="none" strike="noStrike">
              <a:solidFill>
                <a:srgbClr val="000000"/>
              </a:solidFill>
              <a:latin typeface="Arial"/>
              <a:ea typeface="Arial"/>
              <a:cs typeface="Arial"/>
              <a:sym typeface="Arial"/>
            </a:endParaRPr>
          </a:p>
        </p:txBody>
      </p:sp>
      <p:sp>
        <p:nvSpPr>
          <p:cNvPr id="313" name="Google Shape;313;p49"/>
          <p:cNvSpPr txBox="1"/>
          <p:nvPr/>
        </p:nvSpPr>
        <p:spPr>
          <a:xfrm>
            <a:off x="152400" y="1371600"/>
            <a:ext cx="5052300" cy="4311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1000"/>
              </a:spcAft>
              <a:buClr>
                <a:srgbClr val="FDC672"/>
              </a:buClr>
              <a:buSzPts val="1600"/>
              <a:buFont typeface="Urbanist"/>
              <a:buChar char="●"/>
            </a:pPr>
            <a:r>
              <a:rPr b="1" lang="ru" sz="1600">
                <a:solidFill>
                  <a:schemeClr val="dk2"/>
                </a:solidFill>
                <a:latin typeface="Urbanist"/>
                <a:ea typeface="Urbanist"/>
                <a:cs typeface="Urbanist"/>
                <a:sym typeface="Urbanist"/>
              </a:rPr>
              <a:t>Ո՞ր բարոյական սկզբունքն է ներգրավված։</a:t>
            </a:r>
            <a:endParaRPr sz="1600">
              <a:latin typeface="Urbanist"/>
              <a:ea typeface="Urbanist"/>
              <a:cs typeface="Urbanist"/>
              <a:sym typeface="Urbanist"/>
            </a:endParaRPr>
          </a:p>
        </p:txBody>
      </p:sp>
      <p:pic>
        <p:nvPicPr>
          <p:cNvPr id="314" name="Google Shape;314;p49"/>
          <p:cNvPicPr preferRelativeResize="0"/>
          <p:nvPr/>
        </p:nvPicPr>
        <p:blipFill>
          <a:blip r:embed="rId4">
            <a:alphaModFix/>
          </a:blip>
          <a:stretch>
            <a:fillRect/>
          </a:stretch>
        </p:blipFill>
        <p:spPr>
          <a:xfrm>
            <a:off x="2200275" y="2096125"/>
            <a:ext cx="4743450" cy="26765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pic>
        <p:nvPicPr>
          <p:cNvPr descr="Image" id="319" name="Google Shape;319;p50"/>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320" name="Google Shape;320;p50"/>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Օրինակ 5</a:t>
            </a:r>
            <a:endParaRPr b="0" i="0" sz="500" u="none" cap="none" strike="noStrike">
              <a:solidFill>
                <a:srgbClr val="000000"/>
              </a:solidFill>
              <a:latin typeface="Arial"/>
              <a:ea typeface="Arial"/>
              <a:cs typeface="Arial"/>
              <a:sym typeface="Arial"/>
            </a:endParaRPr>
          </a:p>
        </p:txBody>
      </p:sp>
      <p:sp>
        <p:nvSpPr>
          <p:cNvPr id="321" name="Google Shape;321;p50"/>
          <p:cNvSpPr txBox="1"/>
          <p:nvPr/>
        </p:nvSpPr>
        <p:spPr>
          <a:xfrm>
            <a:off x="152400" y="1371600"/>
            <a:ext cx="5052300" cy="4311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1000"/>
              </a:spcAft>
              <a:buClr>
                <a:srgbClr val="FDC672"/>
              </a:buClr>
              <a:buSzPts val="1600"/>
              <a:buFont typeface="Urbanist"/>
              <a:buChar char="●"/>
            </a:pPr>
            <a:r>
              <a:rPr b="1" lang="ru" sz="1600">
                <a:solidFill>
                  <a:schemeClr val="dk2"/>
                </a:solidFill>
                <a:latin typeface="Urbanist"/>
                <a:ea typeface="Urbanist"/>
                <a:cs typeface="Urbanist"/>
                <a:sym typeface="Urbanist"/>
              </a:rPr>
              <a:t>Ո՞ր բարոյական սկզբունքն է ներգրավված։</a:t>
            </a:r>
            <a:endParaRPr sz="1600">
              <a:latin typeface="Urbanist"/>
              <a:ea typeface="Urbanist"/>
              <a:cs typeface="Urbanist"/>
              <a:sym typeface="Urbanist"/>
            </a:endParaRPr>
          </a:p>
        </p:txBody>
      </p:sp>
      <p:pic>
        <p:nvPicPr>
          <p:cNvPr id="322" name="Google Shape;322;p50"/>
          <p:cNvPicPr preferRelativeResize="0"/>
          <p:nvPr/>
        </p:nvPicPr>
        <p:blipFill>
          <a:blip r:embed="rId4">
            <a:alphaModFix/>
          </a:blip>
          <a:stretch>
            <a:fillRect/>
          </a:stretch>
        </p:blipFill>
        <p:spPr>
          <a:xfrm>
            <a:off x="1704975" y="2242725"/>
            <a:ext cx="5734050" cy="24669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pic>
        <p:nvPicPr>
          <p:cNvPr descr="Image" id="327" name="Google Shape;327;p51"/>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328" name="Google Shape;328;p51"/>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Օրինակ 6</a:t>
            </a:r>
            <a:endParaRPr b="0" i="0" sz="500" u="none" cap="none" strike="noStrike">
              <a:solidFill>
                <a:srgbClr val="000000"/>
              </a:solidFill>
              <a:latin typeface="Arial"/>
              <a:ea typeface="Arial"/>
              <a:cs typeface="Arial"/>
              <a:sym typeface="Arial"/>
            </a:endParaRPr>
          </a:p>
        </p:txBody>
      </p:sp>
      <p:sp>
        <p:nvSpPr>
          <p:cNvPr id="329" name="Google Shape;329;p51"/>
          <p:cNvSpPr txBox="1"/>
          <p:nvPr/>
        </p:nvSpPr>
        <p:spPr>
          <a:xfrm>
            <a:off x="152400" y="1371600"/>
            <a:ext cx="8433900" cy="11256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Clr>
                <a:srgbClr val="FDC672"/>
              </a:buClr>
              <a:buSzPts val="1600"/>
              <a:buFont typeface="Urbanist"/>
              <a:buChar char="●"/>
            </a:pPr>
            <a:r>
              <a:rPr b="1" lang="ru" sz="1600">
                <a:solidFill>
                  <a:schemeClr val="dk2"/>
                </a:solidFill>
                <a:latin typeface="Urbanist"/>
                <a:ea typeface="Urbanist"/>
                <a:cs typeface="Urbanist"/>
                <a:sym typeface="Urbanist"/>
              </a:rPr>
              <a:t>Ո՞ր բարոյական սկզբունքն է ներգրավված։</a:t>
            </a:r>
            <a:endParaRPr b="1" sz="1600">
              <a:solidFill>
                <a:schemeClr val="dk2"/>
              </a:solidFill>
              <a:latin typeface="Urbanist"/>
              <a:ea typeface="Urbanist"/>
              <a:cs typeface="Urbanist"/>
              <a:sym typeface="Urbanist"/>
            </a:endParaRPr>
          </a:p>
          <a:p>
            <a:pPr indent="0" lvl="0" marL="0" rtl="0" algn="l">
              <a:lnSpc>
                <a:spcPct val="115000"/>
              </a:lnSpc>
              <a:spcBef>
                <a:spcPts val="1000"/>
              </a:spcBef>
              <a:spcAft>
                <a:spcPts val="0"/>
              </a:spcAft>
              <a:buNone/>
            </a:pPr>
            <a:r>
              <a:rPr lang="ru" sz="1600">
                <a:latin typeface="Urbanist Medium"/>
                <a:ea typeface="Urbanist Medium"/>
                <a:cs typeface="Urbanist Medium"/>
                <a:sym typeface="Urbanist Medium"/>
              </a:rPr>
              <a:t>Նկատենք, որ ֆրանսերեն տարբերակում մաքրող աշխատողին ներկայացրել են որպես կին, իսկ մյուս երկուսին՝ որպես տղամարդ։</a:t>
            </a:r>
            <a:endParaRPr sz="1600">
              <a:latin typeface="Urbanist Medium"/>
              <a:ea typeface="Urbanist Medium"/>
              <a:cs typeface="Urbanist Medium"/>
              <a:sym typeface="Urbanist Medium"/>
            </a:endParaRPr>
          </a:p>
        </p:txBody>
      </p:sp>
      <p:pic>
        <p:nvPicPr>
          <p:cNvPr id="330" name="Google Shape;330;p51"/>
          <p:cNvPicPr preferRelativeResize="0"/>
          <p:nvPr/>
        </p:nvPicPr>
        <p:blipFill>
          <a:blip r:embed="rId4">
            <a:alphaModFix/>
          </a:blip>
          <a:stretch>
            <a:fillRect/>
          </a:stretch>
        </p:blipFill>
        <p:spPr>
          <a:xfrm>
            <a:off x="2133838" y="2497200"/>
            <a:ext cx="4876325" cy="25441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E586D"/>
        </a:solidFill>
      </p:bgPr>
    </p:bg>
    <p:spTree>
      <p:nvGrpSpPr>
        <p:cNvPr id="334" name="Shape 334"/>
        <p:cNvGrpSpPr/>
        <p:nvPr/>
      </p:nvGrpSpPr>
      <p:grpSpPr>
        <a:xfrm>
          <a:off x="0" y="0"/>
          <a:ext cx="0" cy="0"/>
          <a:chOff x="0" y="0"/>
          <a:chExt cx="0" cy="0"/>
        </a:xfrm>
      </p:grpSpPr>
      <p:pic>
        <p:nvPicPr>
          <p:cNvPr descr="Image" id="335" name="Google Shape;335;p52"/>
          <p:cNvPicPr preferRelativeResize="0"/>
          <p:nvPr/>
        </p:nvPicPr>
        <p:blipFill rotWithShape="1">
          <a:blip r:embed="rId3">
            <a:alphaModFix/>
          </a:blip>
          <a:srcRect b="0" l="0" r="0" t="0"/>
          <a:stretch/>
        </p:blipFill>
        <p:spPr>
          <a:xfrm>
            <a:off x="3436355" y="1025447"/>
            <a:ext cx="4184064" cy="3092606"/>
          </a:xfrm>
          <a:prstGeom prst="rect">
            <a:avLst/>
          </a:prstGeom>
          <a:noFill/>
          <a:ln>
            <a:noFill/>
          </a:ln>
        </p:spPr>
      </p:pic>
      <p:sp>
        <p:nvSpPr>
          <p:cNvPr id="336" name="Google Shape;336;p52"/>
          <p:cNvSpPr txBox="1"/>
          <p:nvPr/>
        </p:nvSpPr>
        <p:spPr>
          <a:xfrm>
            <a:off x="1347222" y="1923593"/>
            <a:ext cx="40671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FFFFFF"/>
              </a:buClr>
              <a:buSzPts val="5600"/>
              <a:buFont typeface="Urbanist ExtraBold"/>
              <a:buNone/>
            </a:pPr>
            <a:r>
              <a:rPr lang="ru" sz="3000">
                <a:solidFill>
                  <a:srgbClr val="FFFFFF"/>
                </a:solidFill>
                <a:latin typeface="Urbanist ExtraBold"/>
                <a:ea typeface="Urbanist ExtraBold"/>
                <a:cs typeface="Urbanist ExtraBold"/>
                <a:sym typeface="Urbanist ExtraBold"/>
              </a:rPr>
              <a:t>Շնորհակալություն</a:t>
            </a:r>
            <a:endParaRPr b="0" i="0" sz="3000" u="none" cap="none" strike="noStrike">
              <a:solidFill>
                <a:srgbClr val="000000"/>
              </a:solidFill>
              <a:latin typeface="Arial"/>
              <a:ea typeface="Arial"/>
              <a:cs typeface="Arial"/>
              <a:sym typeface="Arial"/>
            </a:endParaRPr>
          </a:p>
        </p:txBody>
      </p:sp>
      <p:sp>
        <p:nvSpPr>
          <p:cNvPr id="337" name="Google Shape;337;p52"/>
          <p:cNvSpPr txBox="1"/>
          <p:nvPr/>
        </p:nvSpPr>
        <p:spPr>
          <a:xfrm>
            <a:off x="5543230" y="2073612"/>
            <a:ext cx="1739100" cy="4041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4E586D"/>
              </a:buClr>
              <a:buSzPts val="1300"/>
              <a:buFont typeface="Arial"/>
              <a:buNone/>
            </a:pPr>
            <a:r>
              <a:rPr b="1" lang="ru" sz="1300">
                <a:solidFill>
                  <a:srgbClr val="4E586D"/>
                </a:solidFill>
              </a:rPr>
              <a:t>Կոնտակտներ</a:t>
            </a:r>
            <a:endParaRPr b="0" i="0" sz="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4E586D"/>
              </a:buClr>
              <a:buSzPts val="1100"/>
              <a:buFont typeface="Arial"/>
              <a:buNone/>
            </a:pPr>
            <a:r>
              <a:rPr lang="ru" sz="1100">
                <a:solidFill>
                  <a:srgbClr val="4E586D"/>
                </a:solidFill>
              </a:rPr>
              <a:t>Ուսուցչի կոնտակտներ</a:t>
            </a:r>
            <a:endParaRPr b="0" i="0" sz="5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pic>
        <p:nvPicPr>
          <p:cNvPr descr="Image" id="342" name="Google Shape;342;p53"/>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343" name="Google Shape;343;p53"/>
          <p:cNvSpPr txBox="1"/>
          <p:nvPr/>
        </p:nvSpPr>
        <p:spPr>
          <a:xfrm>
            <a:off x="476246" y="282675"/>
            <a:ext cx="8162400" cy="9273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2900">
                <a:solidFill>
                  <a:srgbClr val="3A475A"/>
                </a:solidFill>
                <a:latin typeface="Urbanist ExtraBold"/>
                <a:ea typeface="Urbanist ExtraBold"/>
                <a:cs typeface="Urbanist ExtraBold"/>
                <a:sym typeface="Urbanist ExtraBold"/>
              </a:rPr>
              <a:t>Թեմա 3. Տվյալների օգտագործում, տվյալների կողմնակալության վերլուծություն</a:t>
            </a:r>
            <a:endParaRPr b="0" i="0" sz="400" u="none" cap="none" strike="noStrike">
              <a:solidFill>
                <a:srgbClr val="000000"/>
              </a:solidFill>
              <a:latin typeface="Arial"/>
              <a:ea typeface="Arial"/>
              <a:cs typeface="Arial"/>
              <a:sym typeface="Arial"/>
            </a:endParaRPr>
          </a:p>
        </p:txBody>
      </p:sp>
      <p:sp>
        <p:nvSpPr>
          <p:cNvPr id="344" name="Google Shape;344;p53"/>
          <p:cNvSpPr txBox="1"/>
          <p:nvPr/>
        </p:nvSpPr>
        <p:spPr>
          <a:xfrm>
            <a:off x="642925" y="1410550"/>
            <a:ext cx="8162400" cy="36210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Clr>
                <a:schemeClr val="dk1"/>
              </a:buClr>
              <a:buSzPts val="1100"/>
              <a:buFont typeface="Arial"/>
              <a:buNone/>
            </a:pPr>
            <a:r>
              <a:rPr lang="ru" sz="1600">
                <a:solidFill>
                  <a:srgbClr val="3A475A"/>
                </a:solidFill>
                <a:latin typeface="Urbanist ExtraLight"/>
                <a:ea typeface="Urbanist ExtraLight"/>
                <a:cs typeface="Urbanist ExtraLight"/>
                <a:sym typeface="Urbanist ExtraLight"/>
              </a:rPr>
              <a:t>Դասի նպատակներ՝</a:t>
            </a:r>
            <a:endParaRPr sz="1600">
              <a:solidFill>
                <a:srgbClr val="3A475A"/>
              </a:solidFill>
              <a:latin typeface="Urbanist ExtraLight"/>
              <a:ea typeface="Urbanist ExtraLight"/>
              <a:cs typeface="Urbanist ExtraLight"/>
              <a:sym typeface="Urbanist ExtraLight"/>
            </a:endParaRPr>
          </a:p>
          <a:p>
            <a:pPr indent="-320675" lvl="0" marL="457200" rtl="0" algn="l">
              <a:lnSpc>
                <a:spcPct val="115000"/>
              </a:lnSpc>
              <a:spcBef>
                <a:spcPts val="0"/>
              </a:spcBef>
              <a:spcAft>
                <a:spcPts val="0"/>
              </a:spcAft>
              <a:buClr>
                <a:srgbClr val="FDC672"/>
              </a:buClr>
              <a:buSzPts val="1450"/>
              <a:buFont typeface="Urbanist"/>
              <a:buChar char="●"/>
            </a:pPr>
            <a:r>
              <a:rPr lang="ru" sz="1450">
                <a:latin typeface="Urbanist"/>
                <a:ea typeface="Urbanist"/>
                <a:cs typeface="Urbanist"/>
                <a:sym typeface="Urbanist"/>
              </a:rPr>
              <a:t>Նկարագրել ԱԲ գրագիտության տեխնիկական, գործնական և էթիկական ասպեկտները։</a:t>
            </a:r>
            <a:endParaRPr sz="1450">
              <a:latin typeface="Urbanist"/>
              <a:ea typeface="Urbanist"/>
              <a:cs typeface="Urbanist"/>
              <a:sym typeface="Urbanist"/>
            </a:endParaRPr>
          </a:p>
          <a:p>
            <a:pPr indent="-320675" lvl="0" marL="457200" rtl="0" algn="l">
              <a:lnSpc>
                <a:spcPct val="115000"/>
              </a:lnSpc>
              <a:spcBef>
                <a:spcPts val="0"/>
              </a:spcBef>
              <a:spcAft>
                <a:spcPts val="0"/>
              </a:spcAft>
              <a:buClr>
                <a:srgbClr val="FDC672"/>
              </a:buClr>
              <a:buSzPts val="1450"/>
              <a:buFont typeface="Urbanist"/>
              <a:buChar char="●"/>
            </a:pPr>
            <a:r>
              <a:rPr lang="ru" sz="1450">
                <a:latin typeface="Urbanist"/>
                <a:ea typeface="Urbanist"/>
                <a:cs typeface="Urbanist"/>
                <a:sym typeface="Urbanist"/>
              </a:rPr>
              <a:t>Ներկայացնել, թե որտեղից և ինչ եղանակներով են ստացվում ԱԲ համակարգերի վարժեցման տվյալները։</a:t>
            </a:r>
            <a:endParaRPr sz="1450">
              <a:latin typeface="Urbanist"/>
              <a:ea typeface="Urbanist"/>
              <a:cs typeface="Urbanist"/>
              <a:sym typeface="Urbanist"/>
            </a:endParaRPr>
          </a:p>
          <a:p>
            <a:pPr indent="-320675" lvl="0" marL="457200" rtl="0" algn="l">
              <a:lnSpc>
                <a:spcPct val="115000"/>
              </a:lnSpc>
              <a:spcBef>
                <a:spcPts val="0"/>
              </a:spcBef>
              <a:spcAft>
                <a:spcPts val="0"/>
              </a:spcAft>
              <a:buClr>
                <a:srgbClr val="FDC672"/>
              </a:buClr>
              <a:buSzPts val="1450"/>
              <a:buFont typeface="Urbanist"/>
              <a:buChar char="●"/>
            </a:pPr>
            <a:r>
              <a:rPr lang="ru" sz="1450">
                <a:latin typeface="Urbanist"/>
                <a:ea typeface="Urbanist"/>
                <a:cs typeface="Urbanist"/>
                <a:sym typeface="Urbanist"/>
              </a:rPr>
              <a:t>Բացատրել, թե ինչ է անհրաժեշտ մեքենայական ուսուցման գործընթացում բարձր ճշգրտության արդյունքների հասնելու համար։</a:t>
            </a:r>
            <a:endParaRPr sz="1450">
              <a:latin typeface="Urbanist"/>
              <a:ea typeface="Urbanist"/>
              <a:cs typeface="Urbanist"/>
              <a:sym typeface="Urbanist"/>
            </a:endParaRPr>
          </a:p>
          <a:p>
            <a:pPr indent="-320675" lvl="0" marL="457200" rtl="0" algn="l">
              <a:lnSpc>
                <a:spcPct val="115000"/>
              </a:lnSpc>
              <a:spcBef>
                <a:spcPts val="0"/>
              </a:spcBef>
              <a:spcAft>
                <a:spcPts val="0"/>
              </a:spcAft>
              <a:buClr>
                <a:srgbClr val="FDC672"/>
              </a:buClr>
              <a:buSzPts val="1450"/>
              <a:buFont typeface="Urbanist"/>
              <a:buChar char="●"/>
            </a:pPr>
            <a:r>
              <a:rPr lang="ru" sz="1450">
                <a:latin typeface="Urbanist"/>
                <a:ea typeface="Urbanist"/>
                <a:cs typeface="Urbanist"/>
                <a:sym typeface="Urbanist"/>
              </a:rPr>
              <a:t>Ճանաչել և նկարագրել տվյալների մեջ առաջացող կողմնակալության երևույթը։</a:t>
            </a:r>
            <a:endParaRPr sz="1450">
              <a:latin typeface="Urbanist"/>
              <a:ea typeface="Urbanist"/>
              <a:cs typeface="Urbanist"/>
              <a:sym typeface="Urbanist"/>
            </a:endParaRPr>
          </a:p>
          <a:p>
            <a:pPr indent="-320675" lvl="0" marL="457200" rtl="0" algn="l">
              <a:lnSpc>
                <a:spcPct val="115000"/>
              </a:lnSpc>
              <a:spcBef>
                <a:spcPts val="0"/>
              </a:spcBef>
              <a:spcAft>
                <a:spcPts val="0"/>
              </a:spcAft>
              <a:buClr>
                <a:srgbClr val="FDC672"/>
              </a:buClr>
              <a:buSzPts val="1450"/>
              <a:buFont typeface="Urbanist"/>
              <a:buChar char="●"/>
            </a:pPr>
            <a:r>
              <a:rPr lang="ru" sz="1450">
                <a:latin typeface="Urbanist"/>
                <a:ea typeface="Urbanist"/>
                <a:cs typeface="Urbanist"/>
                <a:sym typeface="Urbanist"/>
              </a:rPr>
              <a:t>Բացատրել, թե ինչպես կարող է տվյալների հավաքագրման գործընթացը նպաստել կամ կանխել կողմնակալությունը։</a:t>
            </a:r>
            <a:endParaRPr sz="1450">
              <a:latin typeface="Urbanist"/>
              <a:ea typeface="Urbanist"/>
              <a:cs typeface="Urbanist"/>
              <a:sym typeface="Urbanist"/>
            </a:endParaRPr>
          </a:p>
          <a:p>
            <a:pPr indent="-320675" lvl="0" marL="457200" rtl="0" algn="l">
              <a:lnSpc>
                <a:spcPct val="115000"/>
              </a:lnSpc>
              <a:spcBef>
                <a:spcPts val="0"/>
              </a:spcBef>
              <a:spcAft>
                <a:spcPts val="0"/>
              </a:spcAft>
              <a:buClr>
                <a:srgbClr val="FDC672"/>
              </a:buClr>
              <a:buSzPts val="1450"/>
              <a:buFont typeface="Urbanist"/>
              <a:buChar char="●"/>
            </a:pPr>
            <a:r>
              <a:rPr lang="ru" sz="1450">
                <a:latin typeface="Urbanist"/>
                <a:ea typeface="Urbanist"/>
                <a:cs typeface="Urbanist"/>
                <a:sym typeface="Urbanist"/>
              </a:rPr>
              <a:t>Նկարագրել, թե ինչպես կարող են կողմնակալ տվյալները ազդել ԱԲ համակարգերի արդարության և արդյունավետության վրա տարբեր խմբերի համար։</a:t>
            </a:r>
            <a:endParaRPr sz="1450">
              <a:latin typeface="Urbanist"/>
              <a:ea typeface="Urbanist"/>
              <a:cs typeface="Urbanist"/>
              <a:sym typeface="Urbanist"/>
            </a:endParaRPr>
          </a:p>
          <a:p>
            <a:pPr indent="-320675" lvl="0" marL="457200" marR="0" rtl="0" algn="l">
              <a:lnSpc>
                <a:spcPct val="115000"/>
              </a:lnSpc>
              <a:spcBef>
                <a:spcPts val="0"/>
              </a:spcBef>
              <a:spcAft>
                <a:spcPts val="0"/>
              </a:spcAft>
              <a:buClr>
                <a:srgbClr val="FDC672"/>
              </a:buClr>
              <a:buSzPts val="1450"/>
              <a:buFont typeface="Urbanist"/>
              <a:buChar char="●"/>
            </a:pPr>
            <a:r>
              <a:rPr lang="ru" sz="1450">
                <a:solidFill>
                  <a:schemeClr val="dk1"/>
                </a:solidFill>
                <a:latin typeface="Urbanist"/>
                <a:ea typeface="Urbanist"/>
                <a:cs typeface="Urbanist"/>
                <a:sym typeface="Urbanist"/>
              </a:rPr>
              <a:t>Նկարագրել, թե ինչպես է իրականում տվյալների հավաքագրումը իրականացվում, հայտնաբերել հնարավոր կողմնակալությունները և առաջարկել էթիկական բարելավումներ՝ հիմնվելով իրական ուսումնասիրության վրա։</a:t>
            </a:r>
            <a:endParaRPr sz="1450">
              <a:latin typeface="Urbanist"/>
              <a:ea typeface="Urbanist"/>
              <a:cs typeface="Urbanist"/>
              <a:sym typeface="Urbanist"/>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BC4F"/>
        </a:solidFill>
      </p:bgPr>
    </p:bg>
    <p:spTree>
      <p:nvGrpSpPr>
        <p:cNvPr id="348" name="Shape 348"/>
        <p:cNvGrpSpPr/>
        <p:nvPr/>
      </p:nvGrpSpPr>
      <p:grpSpPr>
        <a:xfrm>
          <a:off x="0" y="0"/>
          <a:ext cx="0" cy="0"/>
          <a:chOff x="0" y="0"/>
          <a:chExt cx="0" cy="0"/>
        </a:xfrm>
      </p:grpSpPr>
      <p:pic>
        <p:nvPicPr>
          <p:cNvPr descr="Image" id="349" name="Google Shape;349;p54"/>
          <p:cNvPicPr preferRelativeResize="0"/>
          <p:nvPr/>
        </p:nvPicPr>
        <p:blipFill rotWithShape="1">
          <a:blip r:embed="rId3">
            <a:alphaModFix/>
          </a:blip>
          <a:srcRect b="0" l="17898" r="0" t="23365"/>
          <a:stretch/>
        </p:blipFill>
        <p:spPr>
          <a:xfrm>
            <a:off x="-13412" y="-7809"/>
            <a:ext cx="1695545" cy="1169820"/>
          </a:xfrm>
          <a:prstGeom prst="rect">
            <a:avLst/>
          </a:prstGeom>
          <a:noFill/>
          <a:ln>
            <a:noFill/>
          </a:ln>
        </p:spPr>
      </p:pic>
      <p:sp>
        <p:nvSpPr>
          <p:cNvPr id="350" name="Google Shape;350;p54"/>
          <p:cNvSpPr txBox="1"/>
          <p:nvPr/>
        </p:nvSpPr>
        <p:spPr>
          <a:xfrm>
            <a:off x="476248" y="282675"/>
            <a:ext cx="5585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FFFFFF"/>
              </a:buClr>
              <a:buSzPts val="3000"/>
              <a:buFont typeface="Urbanist ExtraBold"/>
              <a:buNone/>
            </a:pPr>
            <a:r>
              <a:rPr lang="ru" sz="3000">
                <a:solidFill>
                  <a:srgbClr val="FFFFFF"/>
                </a:solidFill>
                <a:latin typeface="Urbanist ExtraBold"/>
                <a:ea typeface="Urbanist ExtraBold"/>
                <a:cs typeface="Urbanist ExtraBold"/>
                <a:sym typeface="Urbanist ExtraBold"/>
              </a:rPr>
              <a:t>Զույգերով աշխատանք</a:t>
            </a:r>
            <a:endParaRPr b="0" i="0" sz="500" u="none" cap="none" strike="noStrike">
              <a:solidFill>
                <a:srgbClr val="000000"/>
              </a:solidFill>
              <a:latin typeface="Arial"/>
              <a:ea typeface="Arial"/>
              <a:cs typeface="Arial"/>
              <a:sym typeface="Arial"/>
            </a:endParaRPr>
          </a:p>
        </p:txBody>
      </p:sp>
      <p:sp>
        <p:nvSpPr>
          <p:cNvPr id="351" name="Google Shape;351;p54"/>
          <p:cNvSpPr txBox="1"/>
          <p:nvPr/>
        </p:nvSpPr>
        <p:spPr>
          <a:xfrm>
            <a:off x="949400" y="1114425"/>
            <a:ext cx="7313700" cy="2480100"/>
          </a:xfrm>
          <a:prstGeom prst="rect">
            <a:avLst/>
          </a:prstGeom>
          <a:noFill/>
          <a:ln>
            <a:noFill/>
          </a:ln>
        </p:spPr>
        <p:txBody>
          <a:bodyPr anchorCtr="0" anchor="t" bIns="17150" lIns="17150" spcFirstLastPara="1" rIns="17150" wrap="square" tIns="17150">
            <a:spAutoFit/>
          </a:bodyPr>
          <a:lstStyle/>
          <a:p>
            <a:pPr indent="0" lvl="0" marL="0" marR="0" rtl="0" algn="l">
              <a:lnSpc>
                <a:spcPct val="115000"/>
              </a:lnSpc>
              <a:spcBef>
                <a:spcPts val="0"/>
              </a:spcBef>
              <a:spcAft>
                <a:spcPts val="0"/>
              </a:spcAft>
              <a:buClr>
                <a:srgbClr val="3A475A"/>
              </a:buClr>
              <a:buSzPts val="1500"/>
              <a:buFont typeface="Urbanist Light"/>
              <a:buNone/>
            </a:pPr>
            <a:r>
              <a:rPr b="1" lang="ru" sz="1800">
                <a:solidFill>
                  <a:srgbClr val="3A475A"/>
                </a:solidFill>
                <a:latin typeface="Urbanist"/>
                <a:ea typeface="Urbanist"/>
                <a:cs typeface="Urbanist"/>
                <a:sym typeface="Urbanist"/>
              </a:rPr>
              <a:t>Աշակերտները դիտարկում են հետևյալ հղմամբ առկա նյութը, որը վերաբերում է ԱԲ գրագիտության</a:t>
            </a:r>
            <a:endParaRPr b="1" sz="1800">
              <a:solidFill>
                <a:srgbClr val="3A475A"/>
              </a:solidFill>
              <a:latin typeface="Urbanist"/>
              <a:ea typeface="Urbanist"/>
              <a:cs typeface="Urbanist"/>
              <a:sym typeface="Urbanist"/>
            </a:endParaRPr>
          </a:p>
          <a:p>
            <a:pPr indent="-342900" lvl="0" marL="457200" marR="0" rtl="0" algn="l">
              <a:lnSpc>
                <a:spcPct val="115000"/>
              </a:lnSpc>
              <a:spcBef>
                <a:spcPts val="1000"/>
              </a:spcBef>
              <a:spcAft>
                <a:spcPts val="0"/>
              </a:spcAft>
              <a:buClr>
                <a:schemeClr val="lt1"/>
              </a:buClr>
              <a:buSzPts val="1800"/>
              <a:buFont typeface="Urbanist"/>
              <a:buChar char="●"/>
            </a:pPr>
            <a:r>
              <a:rPr b="1" lang="ru" sz="1800">
                <a:solidFill>
                  <a:srgbClr val="3A475A"/>
                </a:solidFill>
                <a:latin typeface="Urbanist"/>
                <a:ea typeface="Urbanist"/>
                <a:cs typeface="Urbanist"/>
                <a:sym typeface="Urbanist"/>
              </a:rPr>
              <a:t>տեխնիկական</a:t>
            </a:r>
            <a:endParaRPr b="1" sz="1800">
              <a:solidFill>
                <a:srgbClr val="3A475A"/>
              </a:solidFill>
              <a:latin typeface="Urbanist"/>
              <a:ea typeface="Urbanist"/>
              <a:cs typeface="Urbanist"/>
              <a:sym typeface="Urbanist"/>
            </a:endParaRPr>
          </a:p>
          <a:p>
            <a:pPr indent="-342900" lvl="0" marL="457200" marR="0" rtl="0" algn="l">
              <a:lnSpc>
                <a:spcPct val="115000"/>
              </a:lnSpc>
              <a:spcBef>
                <a:spcPts val="0"/>
              </a:spcBef>
              <a:spcAft>
                <a:spcPts val="0"/>
              </a:spcAft>
              <a:buClr>
                <a:schemeClr val="lt1"/>
              </a:buClr>
              <a:buSzPts val="1800"/>
              <a:buFont typeface="Urbanist"/>
              <a:buChar char="●"/>
            </a:pPr>
            <a:r>
              <a:rPr b="1" lang="ru" sz="1800">
                <a:solidFill>
                  <a:srgbClr val="3A475A"/>
                </a:solidFill>
                <a:latin typeface="Urbanist"/>
                <a:ea typeface="Urbanist"/>
                <a:cs typeface="Urbanist"/>
                <a:sym typeface="Urbanist"/>
              </a:rPr>
              <a:t>գործնական</a:t>
            </a:r>
            <a:endParaRPr b="1" sz="1800">
              <a:solidFill>
                <a:srgbClr val="3A475A"/>
              </a:solidFill>
              <a:latin typeface="Urbanist"/>
              <a:ea typeface="Urbanist"/>
              <a:cs typeface="Urbanist"/>
              <a:sym typeface="Urbanist"/>
            </a:endParaRPr>
          </a:p>
          <a:p>
            <a:pPr indent="-342900" lvl="0" marL="457200" marR="0" rtl="0" algn="l">
              <a:lnSpc>
                <a:spcPct val="115000"/>
              </a:lnSpc>
              <a:spcBef>
                <a:spcPts val="0"/>
              </a:spcBef>
              <a:spcAft>
                <a:spcPts val="0"/>
              </a:spcAft>
              <a:buClr>
                <a:schemeClr val="lt1"/>
              </a:buClr>
              <a:buSzPts val="1800"/>
              <a:buFont typeface="Urbanist"/>
              <a:buChar char="●"/>
            </a:pPr>
            <a:r>
              <a:rPr b="1" lang="ru" sz="1800">
                <a:solidFill>
                  <a:srgbClr val="3A475A"/>
                </a:solidFill>
                <a:latin typeface="Urbanist"/>
                <a:ea typeface="Urbanist"/>
                <a:cs typeface="Urbanist"/>
                <a:sym typeface="Urbanist"/>
              </a:rPr>
              <a:t>էթիկական</a:t>
            </a:r>
            <a:endParaRPr b="1" sz="1800">
              <a:solidFill>
                <a:srgbClr val="3A475A"/>
              </a:solidFill>
              <a:latin typeface="Urbanist"/>
              <a:ea typeface="Urbanist"/>
              <a:cs typeface="Urbanist"/>
              <a:sym typeface="Urbanist"/>
            </a:endParaRPr>
          </a:p>
          <a:p>
            <a:pPr indent="0" lvl="0" marL="0" marR="0" rtl="0" algn="l">
              <a:lnSpc>
                <a:spcPct val="115000"/>
              </a:lnSpc>
              <a:spcBef>
                <a:spcPts val="1000"/>
              </a:spcBef>
              <a:spcAft>
                <a:spcPts val="1000"/>
              </a:spcAft>
              <a:buClr>
                <a:srgbClr val="3A475A"/>
              </a:buClr>
              <a:buSzPts val="1500"/>
              <a:buFont typeface="Urbanist Light"/>
              <a:buNone/>
            </a:pPr>
            <a:r>
              <a:rPr b="1" lang="ru" sz="1800">
                <a:solidFill>
                  <a:srgbClr val="3A475A"/>
                </a:solidFill>
                <a:latin typeface="Urbanist"/>
                <a:ea typeface="Urbanist"/>
                <a:cs typeface="Urbanist"/>
                <a:sym typeface="Urbanist"/>
              </a:rPr>
              <a:t>ասպեկտներին և կատարում նյութի ամփոփում՝ բերելով համապատասխան օրինակներ։</a:t>
            </a:r>
            <a:endParaRPr b="1" sz="1800">
              <a:solidFill>
                <a:srgbClr val="3A475A"/>
              </a:solidFill>
              <a:latin typeface="Urbanist"/>
              <a:ea typeface="Urbanist"/>
              <a:cs typeface="Urbanist"/>
              <a:sym typeface="Urbanist"/>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pic>
        <p:nvPicPr>
          <p:cNvPr descr="Image" id="356" name="Google Shape;356;p55"/>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357" name="Google Shape;357;p55"/>
          <p:cNvSpPr txBox="1"/>
          <p:nvPr/>
        </p:nvSpPr>
        <p:spPr>
          <a:xfrm>
            <a:off x="476246" y="282675"/>
            <a:ext cx="8162400" cy="4809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2900">
                <a:solidFill>
                  <a:srgbClr val="3A475A"/>
                </a:solidFill>
                <a:latin typeface="Urbanist ExtraBold"/>
                <a:ea typeface="Urbanist ExtraBold"/>
                <a:cs typeface="Urbanist ExtraBold"/>
                <a:sym typeface="Urbanist ExtraBold"/>
              </a:rPr>
              <a:t>Եզրակացություն</a:t>
            </a:r>
            <a:endParaRPr b="0" i="0" sz="400" u="none" cap="none" strike="noStrike">
              <a:solidFill>
                <a:srgbClr val="000000"/>
              </a:solidFill>
              <a:latin typeface="Arial"/>
              <a:ea typeface="Arial"/>
              <a:cs typeface="Arial"/>
              <a:sym typeface="Arial"/>
            </a:endParaRPr>
          </a:p>
        </p:txBody>
      </p:sp>
      <p:sp>
        <p:nvSpPr>
          <p:cNvPr id="358" name="Google Shape;358;p55"/>
          <p:cNvSpPr txBox="1"/>
          <p:nvPr/>
        </p:nvSpPr>
        <p:spPr>
          <a:xfrm>
            <a:off x="642925" y="1831425"/>
            <a:ext cx="8162400" cy="18498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1200"/>
              </a:spcBef>
              <a:spcAft>
                <a:spcPts val="0"/>
              </a:spcAft>
              <a:buClr>
                <a:schemeClr val="dk1"/>
              </a:buClr>
              <a:buSzPts val="1100"/>
              <a:buFont typeface="Arial"/>
              <a:buNone/>
            </a:pPr>
            <a:r>
              <a:rPr b="1" lang="ru" sz="1600">
                <a:solidFill>
                  <a:srgbClr val="3A475A"/>
                </a:solidFill>
                <a:latin typeface="Urbanist"/>
                <a:ea typeface="Urbanist"/>
                <a:cs typeface="Urbanist"/>
                <a:sym typeface="Urbanist"/>
              </a:rPr>
              <a:t>Տեխնիկական, գործնական և էթիկական կողմերի համակցված ըմբռնումը հնարավորություն է տալիս․</a:t>
            </a:r>
            <a:endParaRPr b="1" sz="1600">
              <a:solidFill>
                <a:srgbClr val="3A475A"/>
              </a:solidFill>
              <a:latin typeface="Urbanist"/>
              <a:ea typeface="Urbanist"/>
              <a:cs typeface="Urbanist"/>
              <a:sym typeface="Urbanist"/>
            </a:endParaRPr>
          </a:p>
          <a:p>
            <a:pPr indent="-330200" lvl="0" marL="457200" rtl="0" algn="l">
              <a:lnSpc>
                <a:spcPct val="115000"/>
              </a:lnSpc>
              <a:spcBef>
                <a:spcPts val="1200"/>
              </a:spcBef>
              <a:spcAft>
                <a:spcPts val="0"/>
              </a:spcAft>
              <a:buClr>
                <a:srgbClr val="FDC672"/>
              </a:buClr>
              <a:buSzPts val="1600"/>
              <a:buChar char="●"/>
            </a:pPr>
            <a:r>
              <a:rPr lang="ru" sz="1600">
                <a:solidFill>
                  <a:schemeClr val="dk1"/>
                </a:solidFill>
                <a:latin typeface="Urbanist"/>
                <a:ea typeface="Urbanist"/>
                <a:cs typeface="Urbanist"/>
                <a:sym typeface="Urbanist"/>
              </a:rPr>
              <a:t>ԱԲ գործիքներն օգտագործել </a:t>
            </a:r>
            <a:r>
              <a:rPr b="1" i="1" lang="ru" sz="1600">
                <a:solidFill>
                  <a:schemeClr val="dk1"/>
                </a:solidFill>
                <a:latin typeface="Urbanist"/>
                <a:ea typeface="Urbanist"/>
                <a:cs typeface="Urbanist"/>
                <a:sym typeface="Urbanist"/>
              </a:rPr>
              <a:t>արդյունավետ կերպով</a:t>
            </a:r>
            <a:r>
              <a:rPr lang="ru" sz="1600">
                <a:solidFill>
                  <a:schemeClr val="dk1"/>
                </a:solidFill>
                <a:latin typeface="Urbanist"/>
                <a:ea typeface="Urbanist"/>
                <a:cs typeface="Urbanist"/>
                <a:sym typeface="Urbanist"/>
              </a:rPr>
              <a:t>։</a:t>
            </a:r>
            <a:endParaRPr sz="1600">
              <a:solidFill>
                <a:schemeClr val="dk1"/>
              </a:solidFill>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Հասկանալ դրանց ազդեցությունը կյանքի տարբեր ոլորտներում։</a:t>
            </a:r>
            <a:endParaRPr sz="1600">
              <a:solidFill>
                <a:schemeClr val="dk1"/>
              </a:solidFill>
              <a:latin typeface="Urbanist"/>
              <a:ea typeface="Urbanist"/>
              <a:cs typeface="Urbanist"/>
              <a:sym typeface="Urbanist"/>
            </a:endParaRPr>
          </a:p>
          <a:p>
            <a:pPr indent="-330200" lvl="0" marL="457200" rtl="0" algn="l">
              <a:lnSpc>
                <a:spcPct val="115000"/>
              </a:lnSpc>
              <a:spcBef>
                <a:spcPts val="1200"/>
              </a:spcBef>
              <a:spcAft>
                <a:spcPts val="1000"/>
              </a:spcAft>
              <a:buClr>
                <a:srgbClr val="FDC672"/>
              </a:buClr>
              <a:buSzPts val="1600"/>
              <a:buChar char="●"/>
            </a:pPr>
            <a:r>
              <a:rPr b="1" i="1" lang="ru" sz="1600">
                <a:solidFill>
                  <a:schemeClr val="dk1"/>
                </a:solidFill>
                <a:latin typeface="Urbanist"/>
                <a:ea typeface="Urbanist"/>
                <a:cs typeface="Urbanist"/>
                <a:sym typeface="Urbanist"/>
              </a:rPr>
              <a:t>Պատասխանատվությամբ և գիտակցված</a:t>
            </a:r>
            <a:r>
              <a:rPr lang="ru" sz="1600">
                <a:solidFill>
                  <a:schemeClr val="dk1"/>
                </a:solidFill>
                <a:latin typeface="Urbanist"/>
                <a:ea typeface="Urbanist"/>
                <a:cs typeface="Urbanist"/>
                <a:sym typeface="Urbanist"/>
              </a:rPr>
              <a:t> աշխատել նոր տեխնոլոգիաների հետ։</a:t>
            </a:r>
            <a:endParaRPr sz="1600">
              <a:latin typeface="Urbanist"/>
              <a:ea typeface="Urbanist"/>
              <a:cs typeface="Urbanist"/>
              <a:sym typeface="Urbanist"/>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BC4F"/>
        </a:solidFill>
      </p:bgPr>
    </p:bg>
    <p:spTree>
      <p:nvGrpSpPr>
        <p:cNvPr id="362" name="Shape 362"/>
        <p:cNvGrpSpPr/>
        <p:nvPr/>
      </p:nvGrpSpPr>
      <p:grpSpPr>
        <a:xfrm>
          <a:off x="0" y="0"/>
          <a:ext cx="0" cy="0"/>
          <a:chOff x="0" y="0"/>
          <a:chExt cx="0" cy="0"/>
        </a:xfrm>
      </p:grpSpPr>
      <p:pic>
        <p:nvPicPr>
          <p:cNvPr descr="Image" id="363" name="Google Shape;363;p56"/>
          <p:cNvPicPr preferRelativeResize="0"/>
          <p:nvPr/>
        </p:nvPicPr>
        <p:blipFill rotWithShape="1">
          <a:blip r:embed="rId3">
            <a:alphaModFix/>
          </a:blip>
          <a:srcRect b="0" l="17898" r="0" t="23365"/>
          <a:stretch/>
        </p:blipFill>
        <p:spPr>
          <a:xfrm>
            <a:off x="-13412" y="-7809"/>
            <a:ext cx="1695545" cy="1169820"/>
          </a:xfrm>
          <a:prstGeom prst="rect">
            <a:avLst/>
          </a:prstGeom>
          <a:noFill/>
          <a:ln>
            <a:noFill/>
          </a:ln>
        </p:spPr>
      </p:pic>
      <p:sp>
        <p:nvSpPr>
          <p:cNvPr id="364" name="Google Shape;364;p56"/>
          <p:cNvSpPr txBox="1"/>
          <p:nvPr/>
        </p:nvSpPr>
        <p:spPr>
          <a:xfrm>
            <a:off x="476248" y="282675"/>
            <a:ext cx="5585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FFFFFF"/>
              </a:buClr>
              <a:buSzPts val="3000"/>
              <a:buFont typeface="Urbanist ExtraBold"/>
              <a:buNone/>
            </a:pPr>
            <a:r>
              <a:rPr lang="ru" sz="3000">
                <a:solidFill>
                  <a:srgbClr val="FFFFFF"/>
                </a:solidFill>
                <a:latin typeface="Urbanist ExtraBold"/>
                <a:ea typeface="Urbanist ExtraBold"/>
                <a:cs typeface="Urbanist ExtraBold"/>
                <a:sym typeface="Urbanist ExtraBold"/>
              </a:rPr>
              <a:t>Խմբային աշխատանք</a:t>
            </a:r>
            <a:endParaRPr b="0" i="0" sz="500" u="none" cap="none" strike="noStrike">
              <a:solidFill>
                <a:srgbClr val="000000"/>
              </a:solidFill>
              <a:latin typeface="Arial"/>
              <a:ea typeface="Arial"/>
              <a:cs typeface="Arial"/>
              <a:sym typeface="Arial"/>
            </a:endParaRPr>
          </a:p>
        </p:txBody>
      </p:sp>
      <p:sp>
        <p:nvSpPr>
          <p:cNvPr id="365" name="Google Shape;365;p56"/>
          <p:cNvSpPr txBox="1"/>
          <p:nvPr/>
        </p:nvSpPr>
        <p:spPr>
          <a:xfrm>
            <a:off x="949400" y="1114425"/>
            <a:ext cx="7313700" cy="4005000"/>
          </a:xfrm>
          <a:prstGeom prst="rect">
            <a:avLst/>
          </a:prstGeom>
          <a:noFill/>
          <a:ln>
            <a:noFill/>
          </a:ln>
        </p:spPr>
        <p:txBody>
          <a:bodyPr anchorCtr="0" anchor="t" bIns="17150" lIns="17150" spcFirstLastPara="1" rIns="17150" wrap="square" tIns="17150">
            <a:spAutoFit/>
          </a:bodyPr>
          <a:lstStyle/>
          <a:p>
            <a:pPr indent="0" lvl="0" marL="0" marR="0" rtl="0" algn="l">
              <a:lnSpc>
                <a:spcPct val="115000"/>
              </a:lnSpc>
              <a:spcBef>
                <a:spcPts val="0"/>
              </a:spcBef>
              <a:spcAft>
                <a:spcPts val="0"/>
              </a:spcAft>
              <a:buClr>
                <a:srgbClr val="3A475A"/>
              </a:buClr>
              <a:buSzPts val="1500"/>
              <a:buFont typeface="Urbanist Light"/>
              <a:buNone/>
            </a:pPr>
            <a:r>
              <a:rPr b="1" lang="ru" sz="1800">
                <a:solidFill>
                  <a:srgbClr val="3A475A"/>
                </a:solidFill>
                <a:latin typeface="Urbanist"/>
                <a:ea typeface="Urbanist"/>
                <a:cs typeface="Urbanist"/>
                <a:sym typeface="Urbanist"/>
              </a:rPr>
              <a:t>Դիտե՛ք հետևյալ </a:t>
            </a:r>
            <a:r>
              <a:rPr b="1" lang="ru" sz="1800" u="sng">
                <a:solidFill>
                  <a:schemeClr val="hlink"/>
                </a:solidFill>
                <a:latin typeface="Urbanist"/>
                <a:ea typeface="Urbanist"/>
                <a:cs typeface="Urbanist"/>
                <a:sym typeface="Urbanist"/>
                <a:hlinkClick r:id="rId4"/>
              </a:rPr>
              <a:t>հղմամբ</a:t>
            </a:r>
            <a:r>
              <a:rPr b="1" lang="ru" sz="1800">
                <a:solidFill>
                  <a:srgbClr val="3A475A"/>
                </a:solidFill>
                <a:latin typeface="Urbanist"/>
                <a:ea typeface="Urbanist"/>
                <a:cs typeface="Urbanist"/>
                <a:sym typeface="Urbanist"/>
              </a:rPr>
              <a:t> հասանելի տեսանյութը և պատասխանե՛ք ստորև բերված հարցերին․</a:t>
            </a:r>
            <a:endParaRPr b="1" sz="1800">
              <a:solidFill>
                <a:srgbClr val="3A475A"/>
              </a:solidFill>
              <a:latin typeface="Urbanist"/>
              <a:ea typeface="Urbanist"/>
              <a:cs typeface="Urbanist"/>
              <a:sym typeface="Urbanist"/>
            </a:endParaRPr>
          </a:p>
          <a:p>
            <a:pPr indent="-330200" lvl="0" marL="457200" marR="0" rtl="0" algn="l">
              <a:lnSpc>
                <a:spcPct val="115000"/>
              </a:lnSpc>
              <a:spcBef>
                <a:spcPts val="1000"/>
              </a:spcBef>
              <a:spcAft>
                <a:spcPts val="0"/>
              </a:spcAft>
              <a:buClr>
                <a:schemeClr val="dk1"/>
              </a:buClr>
              <a:buSzPts val="1600"/>
              <a:buFont typeface="Urbanist"/>
              <a:buAutoNum type="arabicPeriod"/>
            </a:pPr>
            <a:r>
              <a:rPr lang="ru" sz="1600">
                <a:solidFill>
                  <a:schemeClr val="dk1"/>
                </a:solidFill>
                <a:latin typeface="Urbanist"/>
                <a:ea typeface="Urbanist"/>
                <a:cs typeface="Urbanist"/>
                <a:sym typeface="Urbanist"/>
              </a:rPr>
              <a:t>Որտեղի՞ց են ստացվում վարժեցման տվյալները։</a:t>
            </a:r>
            <a:endParaRPr sz="1600">
              <a:solidFill>
                <a:schemeClr val="dk1"/>
              </a:solidFill>
              <a:latin typeface="Urbanist"/>
              <a:ea typeface="Urbanist"/>
              <a:cs typeface="Urbanist"/>
              <a:sym typeface="Urbanist"/>
            </a:endParaRPr>
          </a:p>
          <a:p>
            <a:pPr indent="-330200" lvl="0" marL="457200" rtl="0" algn="l">
              <a:lnSpc>
                <a:spcPct val="115000"/>
              </a:lnSpc>
              <a:spcBef>
                <a:spcPts val="1000"/>
              </a:spcBef>
              <a:spcAft>
                <a:spcPts val="0"/>
              </a:spcAft>
              <a:buClr>
                <a:schemeClr val="dk1"/>
              </a:buClr>
              <a:buSzPts val="1600"/>
              <a:buFont typeface="Urbanist"/>
              <a:buAutoNum type="arabicPeriod"/>
            </a:pPr>
            <a:r>
              <a:rPr lang="ru" sz="1600">
                <a:solidFill>
                  <a:schemeClr val="dk1"/>
                </a:solidFill>
                <a:latin typeface="Urbanist"/>
                <a:ea typeface="Urbanist"/>
                <a:cs typeface="Urbanist"/>
                <a:sym typeface="Urbanist"/>
              </a:rPr>
              <a:t>Ի՞նչ է պահանջվում ներառել մեքենայական ուսուցման գործընթացում որպեսզի հիվանդությունների ախտորոշումը լինի առավելագույնս ճշգրիտ։</a:t>
            </a:r>
            <a:endParaRPr sz="1600">
              <a:solidFill>
                <a:schemeClr val="dk1"/>
              </a:solidFill>
              <a:latin typeface="Urbanist"/>
              <a:ea typeface="Urbanist"/>
              <a:cs typeface="Urbanist"/>
              <a:sym typeface="Urbanist"/>
            </a:endParaRPr>
          </a:p>
          <a:p>
            <a:pPr indent="-330200" lvl="0" marL="457200" rtl="0" algn="l">
              <a:lnSpc>
                <a:spcPct val="115000"/>
              </a:lnSpc>
              <a:spcBef>
                <a:spcPts val="1000"/>
              </a:spcBef>
              <a:spcAft>
                <a:spcPts val="0"/>
              </a:spcAft>
              <a:buClr>
                <a:schemeClr val="dk1"/>
              </a:buClr>
              <a:buSzPts val="1600"/>
              <a:buFont typeface="Urbanist"/>
              <a:buAutoNum type="arabicPeriod"/>
            </a:pPr>
            <a:r>
              <a:rPr lang="ru" sz="1600">
                <a:solidFill>
                  <a:schemeClr val="dk1"/>
                </a:solidFill>
                <a:latin typeface="Urbanist"/>
                <a:ea typeface="Urbanist"/>
                <a:cs typeface="Urbanist"/>
                <a:sym typeface="Urbanist"/>
              </a:rPr>
              <a:t>Ի՞նչ կարող է տեղի ունենալ, եթե վարժեցման տվյալները հավաքագրված են միայն տղամարդկանցից:</a:t>
            </a:r>
            <a:endParaRPr sz="1600">
              <a:solidFill>
                <a:schemeClr val="dk1"/>
              </a:solidFill>
              <a:latin typeface="Urbanist"/>
              <a:ea typeface="Urbanist"/>
              <a:cs typeface="Urbanist"/>
              <a:sym typeface="Urbanist"/>
            </a:endParaRPr>
          </a:p>
          <a:p>
            <a:pPr indent="-330200" lvl="0" marL="457200" rtl="0" algn="l">
              <a:lnSpc>
                <a:spcPct val="115000"/>
              </a:lnSpc>
              <a:spcBef>
                <a:spcPts val="1000"/>
              </a:spcBef>
              <a:spcAft>
                <a:spcPts val="0"/>
              </a:spcAft>
              <a:buClr>
                <a:schemeClr val="dk1"/>
              </a:buClr>
              <a:buSzPts val="1600"/>
              <a:buFont typeface="Urbanist"/>
              <a:buAutoNum type="arabicPeriod"/>
            </a:pPr>
            <a:r>
              <a:rPr lang="ru" sz="1600">
                <a:solidFill>
                  <a:schemeClr val="dk1"/>
                </a:solidFill>
                <a:latin typeface="Urbanist"/>
                <a:ea typeface="Urbanist"/>
                <a:cs typeface="Urbanist"/>
                <a:sym typeface="Urbanist"/>
              </a:rPr>
              <a:t>Ի՞նչ է կողմնակալությունը (bias) վարժեցման տվյալներում:</a:t>
            </a:r>
            <a:endParaRPr sz="1600">
              <a:solidFill>
                <a:schemeClr val="dk1"/>
              </a:solidFill>
              <a:latin typeface="Urbanist"/>
              <a:ea typeface="Urbanist"/>
              <a:cs typeface="Urbanist"/>
              <a:sym typeface="Urbanist"/>
            </a:endParaRPr>
          </a:p>
          <a:p>
            <a:pPr indent="-330200" lvl="0" marL="457200" rtl="0" algn="l">
              <a:lnSpc>
                <a:spcPct val="115000"/>
              </a:lnSpc>
              <a:spcBef>
                <a:spcPts val="1000"/>
              </a:spcBef>
              <a:spcAft>
                <a:spcPts val="0"/>
              </a:spcAft>
              <a:buClr>
                <a:schemeClr val="dk1"/>
              </a:buClr>
              <a:buSzPts val="1600"/>
              <a:buFont typeface="Urbanist"/>
              <a:buAutoNum type="arabicPeriod"/>
            </a:pPr>
            <a:r>
              <a:rPr lang="ru" sz="1600">
                <a:solidFill>
                  <a:schemeClr val="dk1"/>
                </a:solidFill>
                <a:latin typeface="Urbanist"/>
                <a:ea typeface="Urbanist"/>
                <a:cs typeface="Urbanist"/>
                <a:sym typeface="Urbanist"/>
              </a:rPr>
              <a:t>Ինչպե՞ս է վարժեցման տվյալներում կողմնակալություն հայտնվում:</a:t>
            </a:r>
            <a:endParaRPr sz="1600">
              <a:solidFill>
                <a:schemeClr val="dk1"/>
              </a:solidFill>
              <a:latin typeface="Urbanist"/>
              <a:ea typeface="Urbanist"/>
              <a:cs typeface="Urbanist"/>
              <a:sym typeface="Urbanist"/>
            </a:endParaRPr>
          </a:p>
          <a:p>
            <a:pPr indent="-330200" lvl="0" marL="457200" rtl="0" algn="l">
              <a:lnSpc>
                <a:spcPct val="115000"/>
              </a:lnSpc>
              <a:spcBef>
                <a:spcPts val="1400"/>
              </a:spcBef>
              <a:spcAft>
                <a:spcPts val="1000"/>
              </a:spcAft>
              <a:buClr>
                <a:schemeClr val="dk1"/>
              </a:buClr>
              <a:buSzPts val="1600"/>
              <a:buFont typeface="Urbanist"/>
              <a:buAutoNum type="arabicPeriod"/>
            </a:pPr>
            <a:r>
              <a:rPr lang="ru" sz="1600">
                <a:solidFill>
                  <a:schemeClr val="dk1"/>
                </a:solidFill>
                <a:latin typeface="Urbanist"/>
                <a:ea typeface="Urbanist"/>
                <a:cs typeface="Urbanist"/>
                <a:sym typeface="Urbanist"/>
              </a:rPr>
              <a:t>Նախքան տվյալների՝ վարժեցման գործնթացում օգտագործումը, ի՞նչ երկու հիմնարար հարցի պետք է պատասխանել։</a:t>
            </a:r>
            <a:endParaRPr sz="1600">
              <a:solidFill>
                <a:schemeClr val="dk1"/>
              </a:solidFill>
              <a:latin typeface="Urbanist"/>
              <a:ea typeface="Urbanist"/>
              <a:cs typeface="Urbanist"/>
              <a:sym typeface="Urbanist"/>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pic>
        <p:nvPicPr>
          <p:cNvPr descr="Image" id="370" name="Google Shape;370;p57"/>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371" name="Google Shape;371;p57"/>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Հարց 1</a:t>
            </a:r>
            <a:endParaRPr b="0" i="0" sz="500" u="none" cap="none" strike="noStrike">
              <a:solidFill>
                <a:srgbClr val="000000"/>
              </a:solidFill>
              <a:latin typeface="Arial"/>
              <a:ea typeface="Arial"/>
              <a:cs typeface="Arial"/>
              <a:sym typeface="Arial"/>
            </a:endParaRPr>
          </a:p>
        </p:txBody>
      </p:sp>
      <p:sp>
        <p:nvSpPr>
          <p:cNvPr id="372" name="Google Shape;372;p57"/>
          <p:cNvSpPr txBox="1"/>
          <p:nvPr/>
        </p:nvSpPr>
        <p:spPr>
          <a:xfrm>
            <a:off x="152400" y="1676400"/>
            <a:ext cx="5052300" cy="23448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None/>
            </a:pPr>
            <a:r>
              <a:rPr b="1" lang="ru" sz="1600">
                <a:solidFill>
                  <a:schemeClr val="dk2"/>
                </a:solidFill>
                <a:latin typeface="Urbanist"/>
                <a:ea typeface="Urbanist"/>
                <a:cs typeface="Urbanist"/>
                <a:sym typeface="Urbanist"/>
              </a:rPr>
              <a:t>Որտեղի՞ց են ստացվում վարժեցման տվյալները։</a:t>
            </a:r>
            <a:endParaRPr b="1" sz="1600">
              <a:solidFill>
                <a:schemeClr val="dk2"/>
              </a:solidFill>
              <a:latin typeface="Urbanist"/>
              <a:ea typeface="Urbanist"/>
              <a:cs typeface="Urbanist"/>
              <a:sym typeface="Urbanist"/>
            </a:endParaRPr>
          </a:p>
          <a:p>
            <a:pPr indent="0" lvl="0" marL="0" rtl="0" algn="l">
              <a:lnSpc>
                <a:spcPct val="115000"/>
              </a:lnSpc>
              <a:spcBef>
                <a:spcPts val="1000"/>
              </a:spcBef>
              <a:spcAft>
                <a:spcPts val="0"/>
              </a:spcAft>
              <a:buNone/>
            </a:pPr>
            <a:r>
              <a:rPr b="1" i="1" lang="ru" sz="1600">
                <a:latin typeface="Urbanist"/>
                <a:ea typeface="Urbanist"/>
                <a:cs typeface="Urbanist"/>
                <a:sym typeface="Urbanist"/>
              </a:rPr>
              <a:t>Պատասխան՝ </a:t>
            </a:r>
            <a:r>
              <a:rPr lang="ru" sz="1600">
                <a:latin typeface="Urbanist"/>
                <a:ea typeface="Urbanist"/>
                <a:cs typeface="Urbanist"/>
                <a:sym typeface="Urbanist"/>
              </a:rPr>
              <a:t>Օրինակ, որոշ համակարգեր կարող են վերահսկել, թե ինչ ենք դիտում և առաջարկություններ անել։ Որոշ այլ օրինակներում ինֆորմացիայի հավաքագրումն արվում է բացահայտ կերպով, օրինակ նկարում նշել բոլոր այն հատվածները որոնք ներառում են փողոցային նշաններ․</a:t>
            </a:r>
            <a:endParaRPr b="1" sz="2000">
              <a:solidFill>
                <a:schemeClr val="dk2"/>
              </a:solidFill>
              <a:latin typeface="Urbanist"/>
              <a:ea typeface="Urbanist"/>
              <a:cs typeface="Urbanist"/>
              <a:sym typeface="Urbanist"/>
            </a:endParaRPr>
          </a:p>
        </p:txBody>
      </p:sp>
      <p:pic>
        <p:nvPicPr>
          <p:cNvPr id="373" name="Google Shape;373;p57"/>
          <p:cNvPicPr preferRelativeResize="0"/>
          <p:nvPr/>
        </p:nvPicPr>
        <p:blipFill>
          <a:blip r:embed="rId4">
            <a:alphaModFix/>
          </a:blip>
          <a:stretch>
            <a:fillRect/>
          </a:stretch>
        </p:blipFill>
        <p:spPr>
          <a:xfrm>
            <a:off x="5288175" y="943150"/>
            <a:ext cx="3433950" cy="3257203"/>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pic>
        <p:nvPicPr>
          <p:cNvPr descr="Image" id="378" name="Google Shape;378;p58"/>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379" name="Google Shape;379;p58"/>
          <p:cNvSpPr txBox="1"/>
          <p:nvPr/>
        </p:nvSpPr>
        <p:spPr>
          <a:xfrm>
            <a:off x="476246" y="282675"/>
            <a:ext cx="8162400" cy="4809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2900">
                <a:solidFill>
                  <a:srgbClr val="3A475A"/>
                </a:solidFill>
                <a:latin typeface="Urbanist ExtraBold"/>
                <a:ea typeface="Urbanist ExtraBold"/>
                <a:cs typeface="Urbanist ExtraBold"/>
                <a:sym typeface="Urbanist ExtraBold"/>
              </a:rPr>
              <a:t>Հարց 2</a:t>
            </a:r>
            <a:endParaRPr b="0" i="0" sz="400" u="none" cap="none" strike="noStrike">
              <a:solidFill>
                <a:srgbClr val="000000"/>
              </a:solidFill>
              <a:latin typeface="Arial"/>
              <a:ea typeface="Arial"/>
              <a:cs typeface="Arial"/>
              <a:sym typeface="Arial"/>
            </a:endParaRPr>
          </a:p>
        </p:txBody>
      </p:sp>
      <p:sp>
        <p:nvSpPr>
          <p:cNvPr id="380" name="Google Shape;380;p58"/>
          <p:cNvSpPr txBox="1"/>
          <p:nvPr/>
        </p:nvSpPr>
        <p:spPr>
          <a:xfrm>
            <a:off x="642925" y="1831425"/>
            <a:ext cx="8162400" cy="1543200"/>
          </a:xfrm>
          <a:prstGeom prst="rect">
            <a:avLst/>
          </a:prstGeom>
          <a:noFill/>
          <a:ln>
            <a:noFill/>
          </a:ln>
        </p:spPr>
        <p:txBody>
          <a:bodyPr anchorCtr="0" anchor="t" bIns="17150" lIns="17150" spcFirstLastPara="1" rIns="17150" wrap="square" tIns="17150">
            <a:spAutoFit/>
          </a:bodyPr>
          <a:lstStyle/>
          <a:p>
            <a:pPr indent="0" lvl="0" marL="0" rtl="0" algn="l">
              <a:lnSpc>
                <a:spcPct val="150000"/>
              </a:lnSpc>
              <a:spcBef>
                <a:spcPts val="1400"/>
              </a:spcBef>
              <a:spcAft>
                <a:spcPts val="0"/>
              </a:spcAft>
              <a:buNone/>
            </a:pPr>
            <a:r>
              <a:rPr b="1" lang="ru" sz="1600">
                <a:solidFill>
                  <a:schemeClr val="dk2"/>
                </a:solidFill>
                <a:latin typeface="Urbanist"/>
                <a:ea typeface="Urbanist"/>
                <a:cs typeface="Urbanist"/>
                <a:sym typeface="Urbanist"/>
              </a:rPr>
              <a:t>Ի՞նչ է պահանջվում ներառել մեքենայական ուսուցման գործընթացում որպեսզի հիվանդությունների ախտորոշումը լինի առավելագույնս ճշգրիտ։</a:t>
            </a:r>
            <a:endParaRPr b="1" sz="1600">
              <a:solidFill>
                <a:schemeClr val="dk2"/>
              </a:solidFill>
              <a:latin typeface="Urbanist"/>
              <a:ea typeface="Urbanist"/>
              <a:cs typeface="Urbanist"/>
              <a:sym typeface="Urbanist"/>
            </a:endParaRPr>
          </a:p>
          <a:p>
            <a:pPr indent="0" lvl="0" marL="0" rtl="0" algn="l">
              <a:lnSpc>
                <a:spcPct val="150000"/>
              </a:lnSpc>
              <a:spcBef>
                <a:spcPts val="1200"/>
              </a:spcBef>
              <a:spcAft>
                <a:spcPts val="1200"/>
              </a:spcAft>
              <a:buNone/>
            </a:pPr>
            <a:r>
              <a:rPr b="1" i="1" lang="ru" sz="1600">
                <a:solidFill>
                  <a:schemeClr val="dk1"/>
                </a:solidFill>
                <a:latin typeface="Urbanist"/>
                <a:ea typeface="Urbanist"/>
                <a:cs typeface="Urbanist"/>
                <a:sym typeface="Urbanist"/>
              </a:rPr>
              <a:t>Պատասխան՝</a:t>
            </a:r>
            <a:r>
              <a:rPr i="1" lang="ru" sz="1600">
                <a:solidFill>
                  <a:schemeClr val="dk1"/>
                </a:solidFill>
                <a:latin typeface="Urbanist"/>
                <a:ea typeface="Urbanist"/>
                <a:cs typeface="Urbanist"/>
                <a:sym typeface="Urbanist"/>
              </a:rPr>
              <a:t>  </a:t>
            </a:r>
            <a:r>
              <a:rPr lang="ru" sz="1600">
                <a:solidFill>
                  <a:schemeClr val="dk1"/>
                </a:solidFill>
                <a:latin typeface="Urbanist"/>
                <a:ea typeface="Urbanist"/>
                <a:cs typeface="Urbanist"/>
                <a:sym typeface="Urbanist"/>
              </a:rPr>
              <a:t>Հարյուրավոր կամ հազարավոր պատկերներ և բժիշկների ուղղորդում, ովքեր գիտեն, թե ինչին է պետք ուշադրություն դարձնել:</a:t>
            </a:r>
            <a:endParaRPr b="1" sz="1600">
              <a:solidFill>
                <a:srgbClr val="3A475A"/>
              </a:solidFill>
              <a:latin typeface="Urbanist"/>
              <a:ea typeface="Urbanist"/>
              <a:cs typeface="Urbanist"/>
              <a:sym typeface="Urbanist"/>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pic>
        <p:nvPicPr>
          <p:cNvPr descr="Image" id="385" name="Google Shape;385;p59"/>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386" name="Google Shape;386;p59"/>
          <p:cNvSpPr txBox="1"/>
          <p:nvPr/>
        </p:nvSpPr>
        <p:spPr>
          <a:xfrm>
            <a:off x="476246" y="282675"/>
            <a:ext cx="8162400" cy="4809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2900">
                <a:solidFill>
                  <a:srgbClr val="3A475A"/>
                </a:solidFill>
                <a:latin typeface="Urbanist ExtraBold"/>
                <a:ea typeface="Urbanist ExtraBold"/>
                <a:cs typeface="Urbanist ExtraBold"/>
                <a:sym typeface="Urbanist ExtraBold"/>
              </a:rPr>
              <a:t>Հարց 3</a:t>
            </a:r>
            <a:endParaRPr b="0" i="0" sz="400" u="none" cap="none" strike="noStrike">
              <a:solidFill>
                <a:srgbClr val="000000"/>
              </a:solidFill>
              <a:latin typeface="Arial"/>
              <a:ea typeface="Arial"/>
              <a:cs typeface="Arial"/>
              <a:sym typeface="Arial"/>
            </a:endParaRPr>
          </a:p>
        </p:txBody>
      </p:sp>
      <p:sp>
        <p:nvSpPr>
          <p:cNvPr id="387" name="Google Shape;387;p59"/>
          <p:cNvSpPr txBox="1"/>
          <p:nvPr/>
        </p:nvSpPr>
        <p:spPr>
          <a:xfrm>
            <a:off x="642925" y="1831425"/>
            <a:ext cx="8162400" cy="1912500"/>
          </a:xfrm>
          <a:prstGeom prst="rect">
            <a:avLst/>
          </a:prstGeom>
          <a:noFill/>
          <a:ln>
            <a:noFill/>
          </a:ln>
        </p:spPr>
        <p:txBody>
          <a:bodyPr anchorCtr="0" anchor="t" bIns="17150" lIns="17150" spcFirstLastPara="1" rIns="17150" wrap="square" tIns="17150">
            <a:spAutoFit/>
          </a:bodyPr>
          <a:lstStyle/>
          <a:p>
            <a:pPr indent="0" lvl="0" marL="0" rtl="0" algn="l">
              <a:lnSpc>
                <a:spcPct val="150000"/>
              </a:lnSpc>
              <a:spcBef>
                <a:spcPts val="1200"/>
              </a:spcBef>
              <a:spcAft>
                <a:spcPts val="0"/>
              </a:spcAft>
              <a:buNone/>
            </a:pPr>
            <a:r>
              <a:rPr b="1" lang="ru" sz="1600">
                <a:solidFill>
                  <a:schemeClr val="dk2"/>
                </a:solidFill>
                <a:latin typeface="Urbanist"/>
                <a:ea typeface="Urbanist"/>
                <a:cs typeface="Urbanist"/>
                <a:sym typeface="Urbanist"/>
              </a:rPr>
              <a:t>Ի՞նչ կարող է տեղի ունենալ, եթե վարժեցման տվյալները հավաքագրված են միայն տղամարդկանցից:</a:t>
            </a:r>
            <a:endParaRPr b="1" sz="1600">
              <a:solidFill>
                <a:schemeClr val="dk2"/>
              </a:solidFill>
              <a:latin typeface="Urbanist"/>
              <a:ea typeface="Urbanist"/>
              <a:cs typeface="Urbanist"/>
              <a:sym typeface="Urbanist"/>
            </a:endParaRPr>
          </a:p>
          <a:p>
            <a:pPr indent="0" lvl="0" marL="0" rtl="0" algn="l">
              <a:lnSpc>
                <a:spcPct val="150000"/>
              </a:lnSpc>
              <a:spcBef>
                <a:spcPts val="1200"/>
              </a:spcBef>
              <a:spcAft>
                <a:spcPts val="1200"/>
              </a:spcAft>
              <a:buNone/>
            </a:pPr>
            <a:r>
              <a:rPr b="1" i="1" lang="ru" sz="1600">
                <a:solidFill>
                  <a:schemeClr val="dk1"/>
                </a:solidFill>
                <a:latin typeface="Urbanist"/>
                <a:ea typeface="Urbanist"/>
                <a:cs typeface="Urbanist"/>
                <a:sym typeface="Urbanist"/>
              </a:rPr>
              <a:t>Պատասխան՝ </a:t>
            </a:r>
            <a:r>
              <a:rPr lang="ru" sz="1600">
                <a:solidFill>
                  <a:schemeClr val="dk1"/>
                </a:solidFill>
                <a:latin typeface="Urbanist"/>
                <a:ea typeface="Urbanist"/>
                <a:cs typeface="Urbanist"/>
                <a:sym typeface="Urbanist"/>
              </a:rPr>
              <a:t> Համակարգը կարող է լավ աշխատել միայն տղամարդկանց դեպքում և չկարողանա ճիշտ ախտորոշել կանանց հիվանդությունները՝ առաջացնելով կողմնակալ արդյունքներ:</a:t>
            </a:r>
            <a:endParaRPr sz="1600">
              <a:solidFill>
                <a:schemeClr val="dk2"/>
              </a:solidFill>
              <a:latin typeface="Urbanist"/>
              <a:ea typeface="Urbanist"/>
              <a:cs typeface="Urbanist"/>
              <a:sym typeface="Urbanist"/>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pic>
        <p:nvPicPr>
          <p:cNvPr descr="Image" id="392" name="Google Shape;392;p60"/>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393" name="Google Shape;393;p60"/>
          <p:cNvSpPr txBox="1"/>
          <p:nvPr/>
        </p:nvSpPr>
        <p:spPr>
          <a:xfrm>
            <a:off x="476246" y="282675"/>
            <a:ext cx="8162400" cy="4809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2900">
                <a:solidFill>
                  <a:srgbClr val="3A475A"/>
                </a:solidFill>
                <a:latin typeface="Urbanist ExtraBold"/>
                <a:ea typeface="Urbanist ExtraBold"/>
                <a:cs typeface="Urbanist ExtraBold"/>
                <a:sym typeface="Urbanist ExtraBold"/>
              </a:rPr>
              <a:t>Հարց 4</a:t>
            </a:r>
            <a:endParaRPr b="0" i="0" sz="400" u="none" cap="none" strike="noStrike">
              <a:solidFill>
                <a:srgbClr val="000000"/>
              </a:solidFill>
              <a:latin typeface="Arial"/>
              <a:ea typeface="Arial"/>
              <a:cs typeface="Arial"/>
              <a:sym typeface="Arial"/>
            </a:endParaRPr>
          </a:p>
        </p:txBody>
      </p:sp>
      <p:sp>
        <p:nvSpPr>
          <p:cNvPr id="394" name="Google Shape;394;p60"/>
          <p:cNvSpPr txBox="1"/>
          <p:nvPr/>
        </p:nvSpPr>
        <p:spPr>
          <a:xfrm>
            <a:off x="642925" y="1831425"/>
            <a:ext cx="8162400" cy="1912500"/>
          </a:xfrm>
          <a:prstGeom prst="rect">
            <a:avLst/>
          </a:prstGeom>
          <a:noFill/>
          <a:ln>
            <a:noFill/>
          </a:ln>
        </p:spPr>
        <p:txBody>
          <a:bodyPr anchorCtr="0" anchor="t" bIns="17150" lIns="17150" spcFirstLastPara="1" rIns="17150" wrap="square" tIns="17150">
            <a:spAutoFit/>
          </a:bodyPr>
          <a:lstStyle/>
          <a:p>
            <a:pPr indent="0" lvl="0" marL="0" rtl="0" algn="l">
              <a:lnSpc>
                <a:spcPct val="150000"/>
              </a:lnSpc>
              <a:spcBef>
                <a:spcPts val="1200"/>
              </a:spcBef>
              <a:spcAft>
                <a:spcPts val="0"/>
              </a:spcAft>
              <a:buNone/>
            </a:pPr>
            <a:r>
              <a:rPr b="1" lang="ru" sz="1600">
                <a:solidFill>
                  <a:schemeClr val="dk2"/>
                </a:solidFill>
                <a:latin typeface="Urbanist"/>
                <a:ea typeface="Urbanist"/>
                <a:cs typeface="Urbanist"/>
                <a:sym typeface="Urbanist"/>
              </a:rPr>
              <a:t>Ի՞նչ է կողմնակալությունը (bias) վարժեցման տվյալներում:</a:t>
            </a:r>
            <a:endParaRPr b="1" sz="1600">
              <a:solidFill>
                <a:schemeClr val="dk2"/>
              </a:solidFill>
              <a:latin typeface="Urbanist"/>
              <a:ea typeface="Urbanist"/>
              <a:cs typeface="Urbanist"/>
              <a:sym typeface="Urbanist"/>
            </a:endParaRPr>
          </a:p>
          <a:p>
            <a:pPr indent="0" lvl="0" marL="0" rtl="0" algn="l">
              <a:lnSpc>
                <a:spcPct val="150000"/>
              </a:lnSpc>
              <a:spcBef>
                <a:spcPts val="1200"/>
              </a:spcBef>
              <a:spcAft>
                <a:spcPts val="1200"/>
              </a:spcAft>
              <a:buNone/>
            </a:pPr>
            <a:r>
              <a:rPr b="1" i="1" lang="ru" sz="1600">
                <a:solidFill>
                  <a:schemeClr val="dk1"/>
                </a:solidFill>
                <a:latin typeface="Urbanist"/>
                <a:ea typeface="Urbanist"/>
                <a:cs typeface="Urbanist"/>
                <a:sym typeface="Urbanist"/>
              </a:rPr>
              <a:t>Պատասխան՝</a:t>
            </a:r>
            <a:r>
              <a:rPr lang="ru" sz="1600">
                <a:solidFill>
                  <a:schemeClr val="dk1"/>
                </a:solidFill>
                <a:latin typeface="Urbanist"/>
                <a:ea typeface="Urbanist"/>
                <a:cs typeface="Urbanist"/>
                <a:sym typeface="Urbanist"/>
              </a:rPr>
              <a:t> Կողմնակալություն է առաջանում, երբ վարժեցման տվյալները հիմնականում ներկայացնում են միայն որոշ խմբերի կամ հատկությունների օրինակներ և անտեսում են մյուսները։ Արդյունքում՝ համակարգիչը կարող է սովորել միայն այդ սահմանափակ տվյալներից և տալ անարդար կամ ոչ ճշգրիտ արդյունքներ։</a:t>
            </a:r>
            <a:endParaRPr b="1" sz="1600">
              <a:solidFill>
                <a:schemeClr val="dk2"/>
              </a:solidFill>
              <a:latin typeface="Urbanist"/>
              <a:ea typeface="Urbanist"/>
              <a:cs typeface="Urbanist"/>
              <a:sym typeface="Urbanist"/>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pic>
        <p:nvPicPr>
          <p:cNvPr descr="Image" id="399" name="Google Shape;399;p61"/>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400" name="Google Shape;400;p61"/>
          <p:cNvSpPr txBox="1"/>
          <p:nvPr/>
        </p:nvSpPr>
        <p:spPr>
          <a:xfrm>
            <a:off x="476246" y="282675"/>
            <a:ext cx="8162400" cy="4809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2900">
                <a:solidFill>
                  <a:srgbClr val="3A475A"/>
                </a:solidFill>
                <a:latin typeface="Urbanist ExtraBold"/>
                <a:ea typeface="Urbanist ExtraBold"/>
                <a:cs typeface="Urbanist ExtraBold"/>
                <a:sym typeface="Urbanist ExtraBold"/>
              </a:rPr>
              <a:t>Հարց 5</a:t>
            </a:r>
            <a:endParaRPr b="0" i="0" sz="400" u="none" cap="none" strike="noStrike">
              <a:solidFill>
                <a:srgbClr val="000000"/>
              </a:solidFill>
              <a:latin typeface="Arial"/>
              <a:ea typeface="Arial"/>
              <a:cs typeface="Arial"/>
              <a:sym typeface="Arial"/>
            </a:endParaRPr>
          </a:p>
        </p:txBody>
      </p:sp>
      <p:sp>
        <p:nvSpPr>
          <p:cNvPr id="401" name="Google Shape;401;p61"/>
          <p:cNvSpPr txBox="1"/>
          <p:nvPr/>
        </p:nvSpPr>
        <p:spPr>
          <a:xfrm>
            <a:off x="642925" y="1831425"/>
            <a:ext cx="8162400" cy="1543200"/>
          </a:xfrm>
          <a:prstGeom prst="rect">
            <a:avLst/>
          </a:prstGeom>
          <a:noFill/>
          <a:ln>
            <a:noFill/>
          </a:ln>
        </p:spPr>
        <p:txBody>
          <a:bodyPr anchorCtr="0" anchor="t" bIns="17150" lIns="17150" spcFirstLastPara="1" rIns="17150" wrap="square" tIns="17150">
            <a:spAutoFit/>
          </a:bodyPr>
          <a:lstStyle/>
          <a:p>
            <a:pPr indent="0" lvl="0" marL="0" rtl="0" algn="l">
              <a:lnSpc>
                <a:spcPct val="150000"/>
              </a:lnSpc>
              <a:spcBef>
                <a:spcPts val="1200"/>
              </a:spcBef>
              <a:spcAft>
                <a:spcPts val="0"/>
              </a:spcAft>
              <a:buNone/>
            </a:pPr>
            <a:r>
              <a:rPr b="1" lang="ru" sz="1600">
                <a:solidFill>
                  <a:schemeClr val="dk2"/>
                </a:solidFill>
                <a:latin typeface="Urbanist"/>
                <a:ea typeface="Urbanist"/>
                <a:cs typeface="Urbanist"/>
                <a:sym typeface="Urbanist"/>
              </a:rPr>
              <a:t>Ինչպե՞ս է վարժեցման տվյալներում կողմնակալություն հայտնվում:</a:t>
            </a:r>
            <a:endParaRPr b="1" sz="1600">
              <a:solidFill>
                <a:schemeClr val="dk2"/>
              </a:solidFill>
              <a:latin typeface="Urbanist"/>
              <a:ea typeface="Urbanist"/>
              <a:cs typeface="Urbanist"/>
              <a:sym typeface="Urbanist"/>
            </a:endParaRPr>
          </a:p>
          <a:p>
            <a:pPr indent="0" lvl="0" marL="0" rtl="0" algn="l">
              <a:lnSpc>
                <a:spcPct val="150000"/>
              </a:lnSpc>
              <a:spcBef>
                <a:spcPts val="1200"/>
              </a:spcBef>
              <a:spcAft>
                <a:spcPts val="1200"/>
              </a:spcAft>
              <a:buClr>
                <a:schemeClr val="dk1"/>
              </a:buClr>
              <a:buSzPts val="1100"/>
              <a:buFont typeface="Arial"/>
              <a:buNone/>
            </a:pPr>
            <a:r>
              <a:rPr b="1" i="1" lang="ru" sz="1600">
                <a:solidFill>
                  <a:schemeClr val="dk1"/>
                </a:solidFill>
                <a:latin typeface="Urbanist"/>
                <a:ea typeface="Urbanist"/>
                <a:cs typeface="Urbanist"/>
                <a:sym typeface="Urbanist"/>
              </a:rPr>
              <a:t>Պատասխան՝ </a:t>
            </a:r>
            <a:r>
              <a:rPr lang="ru" sz="1600">
                <a:solidFill>
                  <a:schemeClr val="dk1"/>
                </a:solidFill>
                <a:latin typeface="Urbanist"/>
                <a:ea typeface="Urbanist"/>
                <a:cs typeface="Urbanist"/>
                <a:sym typeface="Urbanist"/>
              </a:rPr>
              <a:t>Կողմնակալություն է առաջանում կախված նրանից, թե ինչպես են տվյալները հավաքագրվում, ովքեր են դրանք հավաքում և ինչպես են դրանք տրամադրվում համակարգչին։</a:t>
            </a:r>
            <a:endParaRPr sz="1600">
              <a:solidFill>
                <a:schemeClr val="dk2"/>
              </a:solidFill>
              <a:latin typeface="Urbanist"/>
              <a:ea typeface="Urbanist"/>
              <a:cs typeface="Urbanist"/>
              <a:sym typeface="Urbanist"/>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pic>
        <p:nvPicPr>
          <p:cNvPr descr="Image" id="406" name="Google Shape;406;p62"/>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407" name="Google Shape;407;p62"/>
          <p:cNvSpPr txBox="1"/>
          <p:nvPr/>
        </p:nvSpPr>
        <p:spPr>
          <a:xfrm>
            <a:off x="476246" y="282675"/>
            <a:ext cx="8162400" cy="4809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2900">
                <a:solidFill>
                  <a:srgbClr val="3A475A"/>
                </a:solidFill>
                <a:latin typeface="Urbanist ExtraBold"/>
                <a:ea typeface="Urbanist ExtraBold"/>
                <a:cs typeface="Urbanist ExtraBold"/>
                <a:sym typeface="Urbanist ExtraBold"/>
              </a:rPr>
              <a:t>Հարց 6</a:t>
            </a:r>
            <a:endParaRPr b="0" i="0" sz="400" u="none" cap="none" strike="noStrike">
              <a:solidFill>
                <a:srgbClr val="000000"/>
              </a:solidFill>
              <a:latin typeface="Arial"/>
              <a:ea typeface="Arial"/>
              <a:cs typeface="Arial"/>
              <a:sym typeface="Arial"/>
            </a:endParaRPr>
          </a:p>
        </p:txBody>
      </p:sp>
      <p:sp>
        <p:nvSpPr>
          <p:cNvPr id="408" name="Google Shape;408;p62"/>
          <p:cNvSpPr txBox="1"/>
          <p:nvPr/>
        </p:nvSpPr>
        <p:spPr>
          <a:xfrm>
            <a:off x="642925" y="1831425"/>
            <a:ext cx="8162400" cy="2066400"/>
          </a:xfrm>
          <a:prstGeom prst="rect">
            <a:avLst/>
          </a:prstGeom>
          <a:noFill/>
          <a:ln>
            <a:noFill/>
          </a:ln>
        </p:spPr>
        <p:txBody>
          <a:bodyPr anchorCtr="0" anchor="t" bIns="17150" lIns="17150" spcFirstLastPara="1" rIns="17150" wrap="square" tIns="17150">
            <a:spAutoFit/>
          </a:bodyPr>
          <a:lstStyle/>
          <a:p>
            <a:pPr indent="0" lvl="0" marL="0" rtl="0" algn="l">
              <a:lnSpc>
                <a:spcPct val="150000"/>
              </a:lnSpc>
              <a:spcBef>
                <a:spcPts val="1400"/>
              </a:spcBef>
              <a:spcAft>
                <a:spcPts val="0"/>
              </a:spcAft>
              <a:buNone/>
            </a:pPr>
            <a:r>
              <a:rPr b="1" lang="ru" sz="1600">
                <a:solidFill>
                  <a:schemeClr val="dk2"/>
                </a:solidFill>
                <a:latin typeface="Urbanist"/>
                <a:ea typeface="Urbanist"/>
                <a:cs typeface="Urbanist"/>
                <a:sym typeface="Urbanist"/>
              </a:rPr>
              <a:t>Նախքան տվյալների՝ վարժեցման գործնթացում օգտագործումը, ի՞նչ երկու հիմնարար հարցի պետք է պատասխանել։</a:t>
            </a:r>
            <a:endParaRPr b="1" sz="1600">
              <a:solidFill>
                <a:schemeClr val="dk2"/>
              </a:solidFill>
              <a:latin typeface="Urbanist"/>
              <a:ea typeface="Urbanist"/>
              <a:cs typeface="Urbanist"/>
              <a:sym typeface="Urbanist"/>
            </a:endParaRPr>
          </a:p>
          <a:p>
            <a:pPr indent="0" lvl="0" marL="0" rtl="0" algn="l">
              <a:lnSpc>
                <a:spcPct val="150000"/>
              </a:lnSpc>
              <a:spcBef>
                <a:spcPts val="1200"/>
              </a:spcBef>
              <a:spcAft>
                <a:spcPts val="0"/>
              </a:spcAft>
              <a:buClr>
                <a:schemeClr val="dk1"/>
              </a:buClr>
              <a:buSzPts val="1100"/>
              <a:buFont typeface="Arial"/>
              <a:buNone/>
            </a:pPr>
            <a:r>
              <a:rPr b="1" i="1" lang="ru" sz="1600">
                <a:solidFill>
                  <a:schemeClr val="dk1"/>
                </a:solidFill>
                <a:latin typeface="Urbanist"/>
                <a:ea typeface="Urbanist"/>
                <a:cs typeface="Urbanist"/>
                <a:sym typeface="Urbanist"/>
              </a:rPr>
              <a:t>Պատասխան</a:t>
            </a:r>
            <a:r>
              <a:rPr b="1" lang="ru" sz="1600">
                <a:solidFill>
                  <a:schemeClr val="dk1"/>
                </a:solidFill>
                <a:latin typeface="Urbanist"/>
                <a:ea typeface="Urbanist"/>
                <a:cs typeface="Urbanist"/>
                <a:sym typeface="Urbanist"/>
              </a:rPr>
              <a:t>`</a:t>
            </a:r>
            <a:endParaRPr b="1" sz="1600">
              <a:solidFill>
                <a:schemeClr val="dk1"/>
              </a:solidFill>
              <a:latin typeface="Urbanist"/>
              <a:ea typeface="Urbanist"/>
              <a:cs typeface="Urbanist"/>
              <a:sym typeface="Urbanist"/>
            </a:endParaRPr>
          </a:p>
          <a:p>
            <a:pPr indent="-330200" lvl="0" marL="457200" rtl="0" algn="l">
              <a:lnSpc>
                <a:spcPct val="150000"/>
              </a:lnSpc>
              <a:spcBef>
                <a:spcPts val="1200"/>
              </a:spcBef>
              <a:spcAft>
                <a:spcPts val="0"/>
              </a:spcAft>
              <a:buClr>
                <a:schemeClr val="dk1"/>
              </a:buClr>
              <a:buSzPts val="1600"/>
              <a:buFont typeface="Urbanist"/>
              <a:buAutoNum type="arabicPeriod"/>
            </a:pPr>
            <a:r>
              <a:rPr lang="ru" sz="1600">
                <a:solidFill>
                  <a:schemeClr val="dk1"/>
                </a:solidFill>
                <a:latin typeface="Urbanist"/>
                <a:ea typeface="Urbanist"/>
                <a:cs typeface="Urbanist"/>
                <a:sym typeface="Urbanist"/>
              </a:rPr>
              <a:t>Արդյո՞ք այս տվյալները բավարար են՝ ճշգրիտ վարժեցնելու համար։</a:t>
            </a:r>
            <a:endParaRPr sz="1600">
              <a:solidFill>
                <a:schemeClr val="dk1"/>
              </a:solidFill>
              <a:latin typeface="Urbanist"/>
              <a:ea typeface="Urbanist"/>
              <a:cs typeface="Urbanist"/>
              <a:sym typeface="Urbanist"/>
            </a:endParaRPr>
          </a:p>
          <a:p>
            <a:pPr indent="-330200" lvl="0" marL="457200" rtl="0" algn="l">
              <a:lnSpc>
                <a:spcPct val="150000"/>
              </a:lnSpc>
              <a:spcBef>
                <a:spcPts val="0"/>
              </a:spcBef>
              <a:spcAft>
                <a:spcPts val="0"/>
              </a:spcAft>
              <a:buClr>
                <a:schemeClr val="dk1"/>
              </a:buClr>
              <a:buSzPts val="1600"/>
              <a:buFont typeface="Urbanist"/>
              <a:buAutoNum type="arabicPeriod"/>
            </a:pPr>
            <a:r>
              <a:rPr lang="ru" sz="1600">
                <a:solidFill>
                  <a:schemeClr val="dk1"/>
                </a:solidFill>
                <a:latin typeface="Urbanist"/>
                <a:ea typeface="Urbanist"/>
                <a:cs typeface="Urbanist"/>
                <a:sym typeface="Urbanist"/>
              </a:rPr>
              <a:t>Արդյո՞ք այս տվյալները ներկայացնում են բոլոր հնարավոր իրավիճակները։</a:t>
            </a:r>
            <a:endParaRPr b="1" sz="1600">
              <a:solidFill>
                <a:schemeClr val="dk2"/>
              </a:solidFill>
              <a:latin typeface="Urbanist"/>
              <a:ea typeface="Urbanist"/>
              <a:cs typeface="Urbanist"/>
              <a:sym typeface="Urbanist"/>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pic>
        <p:nvPicPr>
          <p:cNvPr descr="Image" id="413" name="Google Shape;413;p63"/>
          <p:cNvPicPr preferRelativeResize="0"/>
          <p:nvPr/>
        </p:nvPicPr>
        <p:blipFill rotWithShape="1">
          <a:blip r:embed="rId3">
            <a:alphaModFix amt="83550"/>
          </a:blip>
          <a:srcRect b="0" l="0" r="0" t="0"/>
          <a:stretch/>
        </p:blipFill>
        <p:spPr>
          <a:xfrm>
            <a:off x="1773927" y="959826"/>
            <a:ext cx="4361626" cy="3223849"/>
          </a:xfrm>
          <a:prstGeom prst="rect">
            <a:avLst/>
          </a:prstGeom>
          <a:noFill/>
          <a:ln>
            <a:noFill/>
          </a:ln>
        </p:spPr>
      </p:pic>
      <p:sp>
        <p:nvSpPr>
          <p:cNvPr id="414" name="Google Shape;414;p63"/>
          <p:cNvSpPr txBox="1"/>
          <p:nvPr/>
        </p:nvSpPr>
        <p:spPr>
          <a:xfrm>
            <a:off x="337675" y="1923600"/>
            <a:ext cx="6725400" cy="1419900"/>
          </a:xfrm>
          <a:prstGeom prst="rect">
            <a:avLst/>
          </a:prstGeom>
          <a:noFill/>
          <a:ln>
            <a:noFill/>
          </a:ln>
        </p:spPr>
        <p:txBody>
          <a:bodyPr anchorCtr="0" anchor="t" bIns="17150" lIns="17150" spcFirstLastPara="1" rIns="17150" wrap="square" tIns="17150">
            <a:spAutoFit/>
          </a:bodyPr>
          <a:lstStyle/>
          <a:p>
            <a:pPr indent="0" lvl="0" marL="0" marR="381000" rtl="0" algn="ctr">
              <a:spcBef>
                <a:spcPts val="0"/>
              </a:spcBef>
              <a:spcAft>
                <a:spcPts val="0"/>
              </a:spcAft>
              <a:buClr>
                <a:schemeClr val="dk1"/>
              </a:buClr>
              <a:buSzPts val="1100"/>
              <a:buFont typeface="Arial"/>
              <a:buNone/>
            </a:pPr>
            <a:r>
              <a:rPr i="1" lang="ru" sz="3000">
                <a:solidFill>
                  <a:schemeClr val="dk2"/>
                </a:solidFill>
                <a:latin typeface="Urbanist ExtraBold"/>
                <a:ea typeface="Urbanist ExtraBold"/>
                <a:cs typeface="Urbanist ExtraBold"/>
                <a:sym typeface="Urbanist ExtraBold"/>
              </a:rPr>
              <a:t>Գլխին տրվող ձևավորող գնահատման առաջադրանքը հասանելի է հետևյալ </a:t>
            </a:r>
            <a:r>
              <a:rPr i="1" lang="ru" sz="3000" u="sng">
                <a:solidFill>
                  <a:schemeClr val="hlink"/>
                </a:solidFill>
                <a:latin typeface="Urbanist ExtraBold"/>
                <a:ea typeface="Urbanist ExtraBold"/>
                <a:cs typeface="Urbanist ExtraBold"/>
                <a:sym typeface="Urbanist ExtraBold"/>
                <a:hlinkClick r:id="rId4"/>
              </a:rPr>
              <a:t>հղմամբ</a:t>
            </a:r>
            <a:r>
              <a:rPr i="1" lang="ru" sz="3000">
                <a:solidFill>
                  <a:schemeClr val="dk2"/>
                </a:solidFill>
                <a:latin typeface="Urbanist ExtraBold"/>
                <a:ea typeface="Urbanist ExtraBold"/>
                <a:cs typeface="Urbanist ExtraBold"/>
                <a:sym typeface="Urbanist ExtraBold"/>
              </a:rPr>
              <a:t>։</a:t>
            </a:r>
            <a:endParaRPr i="1" sz="3000">
              <a:solidFill>
                <a:schemeClr val="dk2"/>
              </a:solidFill>
              <a:latin typeface="Urbanist ExtraBold"/>
              <a:ea typeface="Urbanist ExtraBold"/>
              <a:cs typeface="Urbanist ExtraBold"/>
              <a:sym typeface="Urbanist ExtraBo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pic>
        <p:nvPicPr>
          <p:cNvPr descr="Image" id="419" name="Google Shape;419;p64"/>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420" name="Google Shape;420;p64"/>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rtl="0" algn="l">
              <a:spcBef>
                <a:spcPts val="0"/>
              </a:spcBef>
              <a:spcAft>
                <a:spcPts val="0"/>
              </a:spcAft>
              <a:buClr>
                <a:srgbClr val="3A475A"/>
              </a:buClr>
              <a:buSzPts val="3000"/>
              <a:buFont typeface="Urbanist ExtraBold"/>
              <a:buNone/>
            </a:pPr>
            <a:r>
              <a:rPr b="1" lang="ru" sz="3000">
                <a:solidFill>
                  <a:srgbClr val="3A475A"/>
                </a:solidFill>
                <a:latin typeface="Urbanist"/>
                <a:ea typeface="Urbanist"/>
                <a:cs typeface="Urbanist"/>
                <a:sym typeface="Urbanist"/>
              </a:rPr>
              <a:t>Հաջորդիվ</a:t>
            </a:r>
            <a:endParaRPr b="1" sz="3000">
              <a:solidFill>
                <a:srgbClr val="3A475A"/>
              </a:solidFill>
              <a:latin typeface="Urbanist"/>
              <a:ea typeface="Urbanist"/>
              <a:cs typeface="Urbanist"/>
              <a:sym typeface="Urbanist"/>
            </a:endParaRPr>
          </a:p>
        </p:txBody>
      </p:sp>
      <p:sp>
        <p:nvSpPr>
          <p:cNvPr id="421" name="Google Shape;421;p64"/>
          <p:cNvSpPr txBox="1"/>
          <p:nvPr/>
        </p:nvSpPr>
        <p:spPr>
          <a:xfrm>
            <a:off x="152400" y="1452525"/>
            <a:ext cx="5085000" cy="28506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200"/>
              </a:spcBef>
              <a:spcAft>
                <a:spcPts val="0"/>
              </a:spcAft>
              <a:buClr>
                <a:srgbClr val="FDC672"/>
              </a:buClr>
              <a:buSzPts val="1600"/>
              <a:buFont typeface="Urbanist Medium"/>
              <a:buChar char="●"/>
            </a:pPr>
            <a:r>
              <a:rPr lang="ru" sz="1600">
                <a:solidFill>
                  <a:schemeClr val="dk1"/>
                </a:solidFill>
                <a:latin typeface="Urbanist Medium"/>
                <a:ea typeface="Urbanist Medium"/>
                <a:cs typeface="Urbanist Medium"/>
                <a:sym typeface="Urbanist Medium"/>
              </a:rPr>
              <a:t>Արհեստական բանականությունը միայն տեխնոլոգիական նորարարություն չէ․ այն ձևավորում է նաև աշխատանքի և մասնագիտությունների աշխարհը։ </a:t>
            </a:r>
            <a:endParaRPr sz="1600">
              <a:solidFill>
                <a:schemeClr val="dk1"/>
              </a:solidFill>
              <a:latin typeface="Urbanist Medium"/>
              <a:ea typeface="Urbanist Medium"/>
              <a:cs typeface="Urbanist Medium"/>
              <a:sym typeface="Urbanist Medium"/>
            </a:endParaRPr>
          </a:p>
          <a:p>
            <a:pPr indent="-330200" lvl="0" marL="457200" rtl="0" algn="l">
              <a:lnSpc>
                <a:spcPct val="115000"/>
              </a:lnSpc>
              <a:spcBef>
                <a:spcPts val="1200"/>
              </a:spcBef>
              <a:spcAft>
                <a:spcPts val="1000"/>
              </a:spcAft>
              <a:buClr>
                <a:srgbClr val="FDC672"/>
              </a:buClr>
              <a:buSzPts val="1600"/>
              <a:buFont typeface="Urbanist Medium"/>
              <a:buChar char="●"/>
            </a:pPr>
            <a:r>
              <a:rPr lang="ru" sz="1600">
                <a:solidFill>
                  <a:schemeClr val="dk1"/>
                </a:solidFill>
                <a:latin typeface="Urbanist Medium"/>
                <a:ea typeface="Urbanist Medium"/>
                <a:cs typeface="Urbanist Medium"/>
                <a:sym typeface="Urbanist Medium"/>
              </a:rPr>
              <a:t>Հաջորդ գլուխում մենք կանդրադառնանք ԱԲ-ի անցյալին ու ներկային, կզննենք դրա կիրառությունները և կփորձենք պատկերացնել ապագա մասնագիտությունները, որտեղ ԱԲ-ն կդառնա անբաժան գործընկեր։</a:t>
            </a:r>
            <a:endParaRPr sz="1600">
              <a:solidFill>
                <a:schemeClr val="dk1"/>
              </a:solidFill>
              <a:latin typeface="Urbanist Medium"/>
              <a:ea typeface="Urbanist Medium"/>
              <a:cs typeface="Urbanist Medium"/>
              <a:sym typeface="Urbanist Medium"/>
            </a:endParaRPr>
          </a:p>
        </p:txBody>
      </p:sp>
      <p:sp>
        <p:nvSpPr>
          <p:cNvPr id="422" name="Google Shape;422;p64"/>
          <p:cNvSpPr/>
          <p:nvPr/>
        </p:nvSpPr>
        <p:spPr>
          <a:xfrm>
            <a:off x="6186849" y="2009740"/>
            <a:ext cx="1735800" cy="1735800"/>
          </a:xfrm>
          <a:prstGeom prst="ellipse">
            <a:avLst/>
          </a:prstGeom>
          <a:solidFill>
            <a:srgbClr val="FFF4D0"/>
          </a:solidFill>
          <a:ln>
            <a:noFill/>
          </a:ln>
        </p:spPr>
        <p:txBody>
          <a:bodyPr anchorCtr="0" anchor="ctr" bIns="62975" lIns="62975" spcFirstLastPara="1" rIns="62975" wrap="square" tIns="62975">
            <a:noAutofit/>
          </a:bodyPr>
          <a:lstStyle/>
          <a:p>
            <a:pPr indent="0" lvl="0" marL="0" rtl="0" algn="ctr">
              <a:spcBef>
                <a:spcPts val="0"/>
              </a:spcBef>
              <a:spcAft>
                <a:spcPts val="0"/>
              </a:spcAft>
              <a:buNone/>
            </a:pPr>
            <a:r>
              <a:t/>
            </a:r>
            <a:endParaRPr sz="964"/>
          </a:p>
        </p:txBody>
      </p:sp>
      <p:sp>
        <p:nvSpPr>
          <p:cNvPr id="423" name="Google Shape;423;p64"/>
          <p:cNvSpPr/>
          <p:nvPr/>
        </p:nvSpPr>
        <p:spPr>
          <a:xfrm>
            <a:off x="6763854" y="3865227"/>
            <a:ext cx="582000" cy="99300"/>
          </a:xfrm>
          <a:prstGeom prst="roundRect">
            <a:avLst>
              <a:gd fmla="val 50000" name="adj"/>
            </a:avLst>
          </a:prstGeom>
          <a:solidFill>
            <a:srgbClr val="434343"/>
          </a:solidFill>
          <a:ln cap="flat" cmpd="sng" w="26275">
            <a:solidFill>
              <a:srgbClr val="FFFFFF"/>
            </a:solidFill>
            <a:prstDash val="solid"/>
            <a:round/>
            <a:headEnd len="sm" w="sm" type="none"/>
            <a:tailEnd len="sm" w="sm" type="none"/>
          </a:ln>
        </p:spPr>
        <p:txBody>
          <a:bodyPr anchorCtr="0" anchor="ctr" bIns="62975" lIns="62975" spcFirstLastPara="1" rIns="62975" wrap="square" tIns="62975">
            <a:noAutofit/>
          </a:bodyPr>
          <a:lstStyle/>
          <a:p>
            <a:pPr indent="0" lvl="0" marL="0" rtl="0" algn="ctr">
              <a:spcBef>
                <a:spcPts val="0"/>
              </a:spcBef>
              <a:spcAft>
                <a:spcPts val="0"/>
              </a:spcAft>
              <a:buNone/>
            </a:pPr>
            <a:r>
              <a:t/>
            </a:r>
            <a:endParaRPr sz="964"/>
          </a:p>
        </p:txBody>
      </p:sp>
      <p:sp>
        <p:nvSpPr>
          <p:cNvPr id="424" name="Google Shape;424;p64"/>
          <p:cNvSpPr/>
          <p:nvPr/>
        </p:nvSpPr>
        <p:spPr>
          <a:xfrm>
            <a:off x="6856749" y="3969385"/>
            <a:ext cx="396300" cy="74400"/>
          </a:xfrm>
          <a:prstGeom prst="roundRect">
            <a:avLst>
              <a:gd fmla="val 50000" name="adj"/>
            </a:avLst>
          </a:prstGeom>
          <a:solidFill>
            <a:srgbClr val="434343"/>
          </a:solidFill>
          <a:ln cap="flat" cmpd="sng" w="26275">
            <a:solidFill>
              <a:srgbClr val="FFFFFF"/>
            </a:solidFill>
            <a:prstDash val="solid"/>
            <a:round/>
            <a:headEnd len="sm" w="sm" type="none"/>
            <a:tailEnd len="sm" w="sm" type="none"/>
          </a:ln>
        </p:spPr>
        <p:txBody>
          <a:bodyPr anchorCtr="0" anchor="ctr" bIns="62975" lIns="62975" spcFirstLastPara="1" rIns="62975" wrap="square" tIns="62975">
            <a:noAutofit/>
          </a:bodyPr>
          <a:lstStyle/>
          <a:p>
            <a:pPr indent="0" lvl="0" marL="0" rtl="0" algn="ctr">
              <a:spcBef>
                <a:spcPts val="0"/>
              </a:spcBef>
              <a:spcAft>
                <a:spcPts val="0"/>
              </a:spcAft>
              <a:buNone/>
            </a:pPr>
            <a:r>
              <a:t/>
            </a:r>
            <a:endParaRPr sz="964"/>
          </a:p>
        </p:txBody>
      </p:sp>
      <p:sp>
        <p:nvSpPr>
          <p:cNvPr id="425" name="Google Shape;425;p64"/>
          <p:cNvSpPr/>
          <p:nvPr/>
        </p:nvSpPr>
        <p:spPr>
          <a:xfrm>
            <a:off x="5519325" y="2822333"/>
            <a:ext cx="396300" cy="110400"/>
          </a:xfrm>
          <a:prstGeom prst="roundRect">
            <a:avLst>
              <a:gd fmla="val 50000" name="adj"/>
            </a:avLst>
          </a:prstGeom>
          <a:solidFill>
            <a:srgbClr val="FDC672"/>
          </a:solidFill>
          <a:ln>
            <a:noFill/>
          </a:ln>
        </p:spPr>
        <p:txBody>
          <a:bodyPr anchorCtr="0" anchor="ctr" bIns="62975" lIns="62975" spcFirstLastPara="1" rIns="62975" wrap="square" tIns="62975">
            <a:noAutofit/>
          </a:bodyPr>
          <a:lstStyle/>
          <a:p>
            <a:pPr indent="0" lvl="0" marL="0" rtl="0" algn="ctr">
              <a:spcBef>
                <a:spcPts val="0"/>
              </a:spcBef>
              <a:spcAft>
                <a:spcPts val="0"/>
              </a:spcAft>
              <a:buNone/>
            </a:pPr>
            <a:r>
              <a:t/>
            </a:r>
            <a:endParaRPr sz="964"/>
          </a:p>
        </p:txBody>
      </p:sp>
      <p:sp>
        <p:nvSpPr>
          <p:cNvPr id="426" name="Google Shape;426;p64"/>
          <p:cNvSpPr/>
          <p:nvPr/>
        </p:nvSpPr>
        <p:spPr>
          <a:xfrm>
            <a:off x="8194173" y="2822333"/>
            <a:ext cx="396300" cy="110400"/>
          </a:xfrm>
          <a:prstGeom prst="roundRect">
            <a:avLst>
              <a:gd fmla="val 50000" name="adj"/>
            </a:avLst>
          </a:prstGeom>
          <a:solidFill>
            <a:srgbClr val="FDC672"/>
          </a:solidFill>
          <a:ln>
            <a:noFill/>
          </a:ln>
        </p:spPr>
        <p:txBody>
          <a:bodyPr anchorCtr="0" anchor="ctr" bIns="62975" lIns="62975" spcFirstLastPara="1" rIns="62975" wrap="square" tIns="62975">
            <a:noAutofit/>
          </a:bodyPr>
          <a:lstStyle/>
          <a:p>
            <a:pPr indent="0" lvl="0" marL="0" rtl="0" algn="ctr">
              <a:spcBef>
                <a:spcPts val="0"/>
              </a:spcBef>
              <a:spcAft>
                <a:spcPts val="0"/>
              </a:spcAft>
              <a:buNone/>
            </a:pPr>
            <a:r>
              <a:t/>
            </a:r>
            <a:endParaRPr sz="964"/>
          </a:p>
        </p:txBody>
      </p:sp>
      <p:sp>
        <p:nvSpPr>
          <p:cNvPr id="427" name="Google Shape;427;p64"/>
          <p:cNvSpPr/>
          <p:nvPr/>
        </p:nvSpPr>
        <p:spPr>
          <a:xfrm rot="-2694488">
            <a:off x="7904073" y="1895090"/>
            <a:ext cx="396900" cy="110733"/>
          </a:xfrm>
          <a:prstGeom prst="roundRect">
            <a:avLst>
              <a:gd fmla="val 50000" name="adj"/>
            </a:avLst>
          </a:prstGeom>
          <a:solidFill>
            <a:srgbClr val="FDC672"/>
          </a:solidFill>
          <a:ln>
            <a:noFill/>
          </a:ln>
        </p:spPr>
        <p:txBody>
          <a:bodyPr anchorCtr="0" anchor="ctr" bIns="62975" lIns="62975" spcFirstLastPara="1" rIns="62975" wrap="square" tIns="62975">
            <a:noAutofit/>
          </a:bodyPr>
          <a:lstStyle/>
          <a:p>
            <a:pPr indent="0" lvl="0" marL="0" rtl="0" algn="ctr">
              <a:spcBef>
                <a:spcPts val="0"/>
              </a:spcBef>
              <a:spcAft>
                <a:spcPts val="0"/>
              </a:spcAft>
              <a:buNone/>
            </a:pPr>
            <a:r>
              <a:t/>
            </a:r>
            <a:endParaRPr sz="964"/>
          </a:p>
        </p:txBody>
      </p:sp>
      <p:sp>
        <p:nvSpPr>
          <p:cNvPr id="428" name="Google Shape;428;p64"/>
          <p:cNvSpPr/>
          <p:nvPr/>
        </p:nvSpPr>
        <p:spPr>
          <a:xfrm rot="-5394795">
            <a:off x="6856696" y="1518221"/>
            <a:ext cx="396300" cy="110400"/>
          </a:xfrm>
          <a:prstGeom prst="roundRect">
            <a:avLst>
              <a:gd fmla="val 50000" name="adj"/>
            </a:avLst>
          </a:prstGeom>
          <a:solidFill>
            <a:srgbClr val="FDC672"/>
          </a:solidFill>
          <a:ln>
            <a:noFill/>
          </a:ln>
        </p:spPr>
        <p:txBody>
          <a:bodyPr anchorCtr="0" anchor="ctr" bIns="62975" lIns="62975" spcFirstLastPara="1" rIns="62975" wrap="square" tIns="62975">
            <a:noAutofit/>
          </a:bodyPr>
          <a:lstStyle/>
          <a:p>
            <a:pPr indent="0" lvl="0" marL="0" rtl="0" algn="ctr">
              <a:spcBef>
                <a:spcPts val="0"/>
              </a:spcBef>
              <a:spcAft>
                <a:spcPts val="0"/>
              </a:spcAft>
              <a:buNone/>
            </a:pPr>
            <a:r>
              <a:t/>
            </a:r>
            <a:endParaRPr sz="964"/>
          </a:p>
        </p:txBody>
      </p:sp>
      <p:sp>
        <p:nvSpPr>
          <p:cNvPr id="429" name="Google Shape;429;p64"/>
          <p:cNvSpPr/>
          <p:nvPr/>
        </p:nvSpPr>
        <p:spPr>
          <a:xfrm rot="-8087111">
            <a:off x="5810346" y="1895171"/>
            <a:ext cx="396053" cy="110733"/>
          </a:xfrm>
          <a:prstGeom prst="roundRect">
            <a:avLst>
              <a:gd fmla="val 50000" name="adj"/>
            </a:avLst>
          </a:prstGeom>
          <a:solidFill>
            <a:srgbClr val="FDC672"/>
          </a:solidFill>
          <a:ln>
            <a:noFill/>
          </a:ln>
        </p:spPr>
        <p:txBody>
          <a:bodyPr anchorCtr="0" anchor="ctr" bIns="62975" lIns="62975" spcFirstLastPara="1" rIns="62975" wrap="square" tIns="62975">
            <a:noAutofit/>
          </a:bodyPr>
          <a:lstStyle/>
          <a:p>
            <a:pPr indent="0" lvl="0" marL="0" rtl="0" algn="ctr">
              <a:spcBef>
                <a:spcPts val="0"/>
              </a:spcBef>
              <a:spcAft>
                <a:spcPts val="0"/>
              </a:spcAft>
              <a:buNone/>
            </a:pPr>
            <a:r>
              <a:t/>
            </a:r>
            <a:endParaRPr sz="964"/>
          </a:p>
        </p:txBody>
      </p:sp>
      <p:sp>
        <p:nvSpPr>
          <p:cNvPr id="430" name="Google Shape;430;p64"/>
          <p:cNvSpPr/>
          <p:nvPr/>
        </p:nvSpPr>
        <p:spPr>
          <a:xfrm>
            <a:off x="6413352" y="2176896"/>
            <a:ext cx="1304100" cy="1304700"/>
          </a:xfrm>
          <a:prstGeom prst="ellipse">
            <a:avLst/>
          </a:prstGeom>
          <a:solidFill>
            <a:srgbClr val="FDC672"/>
          </a:solidFill>
          <a:ln>
            <a:noFill/>
          </a:ln>
        </p:spPr>
        <p:txBody>
          <a:bodyPr anchorCtr="0" anchor="ctr" bIns="62975" lIns="62975" spcFirstLastPara="1" rIns="62975" wrap="square" tIns="62975">
            <a:noAutofit/>
          </a:bodyPr>
          <a:lstStyle/>
          <a:p>
            <a:pPr indent="0" lvl="0" marL="0" rtl="0" algn="ctr">
              <a:spcBef>
                <a:spcPts val="0"/>
              </a:spcBef>
              <a:spcAft>
                <a:spcPts val="0"/>
              </a:spcAft>
              <a:buNone/>
            </a:pPr>
            <a:r>
              <a:t/>
            </a:r>
            <a:endParaRPr sz="964"/>
          </a:p>
        </p:txBody>
      </p:sp>
      <p:sp>
        <p:nvSpPr>
          <p:cNvPr id="431" name="Google Shape;431;p64"/>
          <p:cNvSpPr/>
          <p:nvPr/>
        </p:nvSpPr>
        <p:spPr>
          <a:xfrm>
            <a:off x="6538918" y="3217150"/>
            <a:ext cx="526656" cy="445704"/>
          </a:xfrm>
          <a:custGeom>
            <a:rect b="b" l="l" r="r" t="t"/>
            <a:pathLst>
              <a:path extrusionOk="0" h="24938" w="30584">
                <a:moveTo>
                  <a:pt x="0" y="0"/>
                </a:moveTo>
                <a:lnTo>
                  <a:pt x="18821" y="24938"/>
                </a:lnTo>
                <a:lnTo>
                  <a:pt x="30114" y="24938"/>
                </a:lnTo>
                <a:lnTo>
                  <a:pt x="30584" y="6588"/>
                </a:lnTo>
                <a:close/>
              </a:path>
            </a:pathLst>
          </a:custGeom>
          <a:solidFill>
            <a:srgbClr val="FDC672"/>
          </a:solidFill>
          <a:ln>
            <a:noFill/>
          </a:ln>
        </p:spPr>
      </p:sp>
      <p:sp>
        <p:nvSpPr>
          <p:cNvPr id="432" name="Google Shape;432;p64"/>
          <p:cNvSpPr/>
          <p:nvPr/>
        </p:nvSpPr>
        <p:spPr>
          <a:xfrm>
            <a:off x="6763854" y="3767820"/>
            <a:ext cx="582000" cy="99300"/>
          </a:xfrm>
          <a:prstGeom prst="roundRect">
            <a:avLst>
              <a:gd fmla="val 50000" name="adj"/>
            </a:avLst>
          </a:prstGeom>
          <a:solidFill>
            <a:srgbClr val="434343"/>
          </a:solidFill>
          <a:ln cap="flat" cmpd="sng" w="26275">
            <a:solidFill>
              <a:srgbClr val="FFFFFF"/>
            </a:solidFill>
            <a:prstDash val="solid"/>
            <a:round/>
            <a:headEnd len="sm" w="sm" type="none"/>
            <a:tailEnd len="sm" w="sm" type="none"/>
          </a:ln>
        </p:spPr>
        <p:txBody>
          <a:bodyPr anchorCtr="0" anchor="ctr" bIns="62975" lIns="62975" spcFirstLastPara="1" rIns="62975" wrap="square" tIns="62975">
            <a:noAutofit/>
          </a:bodyPr>
          <a:lstStyle/>
          <a:p>
            <a:pPr indent="0" lvl="0" marL="0" rtl="0" algn="ctr">
              <a:spcBef>
                <a:spcPts val="0"/>
              </a:spcBef>
              <a:spcAft>
                <a:spcPts val="0"/>
              </a:spcAft>
              <a:buNone/>
            </a:pPr>
            <a:r>
              <a:t/>
            </a:r>
            <a:endParaRPr sz="964"/>
          </a:p>
        </p:txBody>
      </p:sp>
      <p:sp>
        <p:nvSpPr>
          <p:cNvPr id="433" name="Google Shape;433;p64"/>
          <p:cNvSpPr/>
          <p:nvPr/>
        </p:nvSpPr>
        <p:spPr>
          <a:xfrm>
            <a:off x="7065635" y="2176896"/>
            <a:ext cx="651900" cy="1315800"/>
          </a:xfrm>
          <a:prstGeom prst="flowChartDelay">
            <a:avLst/>
          </a:prstGeom>
          <a:solidFill>
            <a:srgbClr val="FFEEB9"/>
          </a:solidFill>
          <a:ln>
            <a:noFill/>
          </a:ln>
        </p:spPr>
        <p:txBody>
          <a:bodyPr anchorCtr="0" anchor="ctr" bIns="62975" lIns="62975" spcFirstLastPara="1" rIns="62975" wrap="square" tIns="62975">
            <a:noAutofit/>
          </a:bodyPr>
          <a:lstStyle/>
          <a:p>
            <a:pPr indent="0" lvl="0" marL="0" rtl="0" algn="ctr">
              <a:spcBef>
                <a:spcPts val="0"/>
              </a:spcBef>
              <a:spcAft>
                <a:spcPts val="0"/>
              </a:spcAft>
              <a:buNone/>
            </a:pPr>
            <a:r>
              <a:t/>
            </a:r>
            <a:endParaRPr sz="964"/>
          </a:p>
        </p:txBody>
      </p:sp>
      <p:cxnSp>
        <p:nvCxnSpPr>
          <p:cNvPr id="434" name="Google Shape;434;p64"/>
          <p:cNvCxnSpPr/>
          <p:nvPr/>
        </p:nvCxnSpPr>
        <p:spPr>
          <a:xfrm flipH="1" rot="10800000">
            <a:off x="7054733" y="2176902"/>
            <a:ext cx="10200" cy="1485900"/>
          </a:xfrm>
          <a:prstGeom prst="straightConnector1">
            <a:avLst/>
          </a:prstGeom>
          <a:noFill/>
          <a:ln cap="flat" cmpd="sng" w="19700">
            <a:solidFill>
              <a:srgbClr val="434343"/>
            </a:solidFill>
            <a:prstDash val="solid"/>
            <a:round/>
            <a:headEnd len="med" w="med" type="none"/>
            <a:tailEnd len="med" w="med" type="none"/>
          </a:ln>
        </p:spPr>
      </p:cxnSp>
      <p:sp>
        <p:nvSpPr>
          <p:cNvPr id="435" name="Google Shape;435;p64"/>
          <p:cNvSpPr/>
          <p:nvPr/>
        </p:nvSpPr>
        <p:spPr>
          <a:xfrm rot="10800000">
            <a:off x="6873287" y="4048742"/>
            <a:ext cx="363000" cy="74400"/>
          </a:xfrm>
          <a:prstGeom prst="round2SameRect">
            <a:avLst>
              <a:gd fmla="val 50000" name="adj1"/>
              <a:gd fmla="val 0" name="adj2"/>
            </a:avLst>
          </a:prstGeom>
          <a:solidFill>
            <a:srgbClr val="434343"/>
          </a:solidFill>
          <a:ln cap="flat" cmpd="sng" w="6525">
            <a:solidFill>
              <a:srgbClr val="FFFFFF"/>
            </a:solidFill>
            <a:prstDash val="solid"/>
            <a:round/>
            <a:headEnd len="sm" w="sm" type="none"/>
            <a:tailEnd len="sm" w="sm" type="none"/>
          </a:ln>
        </p:spPr>
        <p:txBody>
          <a:bodyPr anchorCtr="0" anchor="ctr" bIns="62975" lIns="62975" spcFirstLastPara="1" rIns="62975" wrap="square" tIns="62975">
            <a:noAutofit/>
          </a:bodyPr>
          <a:lstStyle/>
          <a:p>
            <a:pPr indent="0" lvl="0" marL="0" rtl="0" algn="ctr">
              <a:spcBef>
                <a:spcPts val="0"/>
              </a:spcBef>
              <a:spcAft>
                <a:spcPts val="0"/>
              </a:spcAft>
              <a:buNone/>
            </a:pPr>
            <a:r>
              <a:t/>
            </a:r>
            <a:endParaRPr sz="964"/>
          </a:p>
        </p:txBody>
      </p:sp>
      <p:sp>
        <p:nvSpPr>
          <p:cNvPr id="436" name="Google Shape;436;p64"/>
          <p:cNvSpPr/>
          <p:nvPr/>
        </p:nvSpPr>
        <p:spPr>
          <a:xfrm>
            <a:off x="6676676" y="2852493"/>
            <a:ext cx="111000" cy="110400"/>
          </a:xfrm>
          <a:prstGeom prst="ellipse">
            <a:avLst/>
          </a:prstGeom>
          <a:solidFill>
            <a:srgbClr val="434343"/>
          </a:solidFill>
          <a:ln>
            <a:noFill/>
          </a:ln>
        </p:spPr>
        <p:txBody>
          <a:bodyPr anchorCtr="0" anchor="ctr" bIns="62975" lIns="62975" spcFirstLastPara="1" rIns="62975" wrap="square" tIns="62975">
            <a:noAutofit/>
          </a:bodyPr>
          <a:lstStyle/>
          <a:p>
            <a:pPr indent="0" lvl="0" marL="0" rtl="0" algn="ctr">
              <a:spcBef>
                <a:spcPts val="0"/>
              </a:spcBef>
              <a:spcAft>
                <a:spcPts val="0"/>
              </a:spcAft>
              <a:buNone/>
            </a:pPr>
            <a:r>
              <a:t/>
            </a:r>
            <a:endParaRPr sz="964"/>
          </a:p>
        </p:txBody>
      </p:sp>
      <p:cxnSp>
        <p:nvCxnSpPr>
          <p:cNvPr id="437" name="Google Shape;437;p64"/>
          <p:cNvCxnSpPr>
            <a:stCxn id="436" idx="4"/>
          </p:cNvCxnSpPr>
          <p:nvPr/>
        </p:nvCxnSpPr>
        <p:spPr>
          <a:xfrm>
            <a:off x="6732176" y="2962893"/>
            <a:ext cx="187800" cy="691500"/>
          </a:xfrm>
          <a:prstGeom prst="straightConnector1">
            <a:avLst/>
          </a:prstGeom>
          <a:noFill/>
          <a:ln cap="flat" cmpd="sng" w="26275">
            <a:solidFill>
              <a:srgbClr val="434343"/>
            </a:solidFill>
            <a:prstDash val="solid"/>
            <a:round/>
            <a:headEnd len="med" w="med" type="none"/>
            <a:tailEnd len="med" w="med" type="none"/>
          </a:ln>
        </p:spPr>
      </p:cxnSp>
      <p:sp>
        <p:nvSpPr>
          <p:cNvPr id="438" name="Google Shape;438;p64"/>
          <p:cNvSpPr/>
          <p:nvPr/>
        </p:nvSpPr>
        <p:spPr>
          <a:xfrm>
            <a:off x="6773912" y="2925428"/>
            <a:ext cx="64816" cy="56723"/>
          </a:xfrm>
          <a:custGeom>
            <a:rect b="b" l="l" r="r" t="t"/>
            <a:pathLst>
              <a:path extrusionOk="0" h="3294" w="3764">
                <a:moveTo>
                  <a:pt x="0" y="0"/>
                </a:moveTo>
                <a:cubicBezTo>
                  <a:pt x="1179" y="1179"/>
                  <a:pt x="2585" y="2115"/>
                  <a:pt x="3764" y="3294"/>
                </a:cubicBezTo>
              </a:path>
            </a:pathLst>
          </a:custGeom>
          <a:noFill/>
          <a:ln cap="flat" cmpd="sng" w="26275">
            <a:solidFill>
              <a:srgbClr val="434343"/>
            </a:solidFill>
            <a:prstDash val="solid"/>
            <a:round/>
            <a:headEnd len="med" w="med" type="none"/>
            <a:tailEnd len="med" w="med" type="none"/>
          </a:ln>
        </p:spPr>
      </p:sp>
      <p:sp>
        <p:nvSpPr>
          <p:cNvPr id="439" name="Google Shape;439;p64"/>
          <p:cNvSpPr/>
          <p:nvPr/>
        </p:nvSpPr>
        <p:spPr>
          <a:xfrm>
            <a:off x="6846847" y="2852493"/>
            <a:ext cx="32408" cy="137743"/>
          </a:xfrm>
          <a:custGeom>
            <a:rect b="b" l="l" r="r" t="t"/>
            <a:pathLst>
              <a:path extrusionOk="0" h="7999" w="1882">
                <a:moveTo>
                  <a:pt x="0" y="7999"/>
                </a:moveTo>
                <a:cubicBezTo>
                  <a:pt x="0" y="5260"/>
                  <a:pt x="1882" y="2739"/>
                  <a:pt x="1882" y="0"/>
                </a:cubicBezTo>
              </a:path>
            </a:pathLst>
          </a:custGeom>
          <a:noFill/>
          <a:ln cap="flat" cmpd="sng" w="26275">
            <a:solidFill>
              <a:srgbClr val="434343"/>
            </a:solidFill>
            <a:prstDash val="solid"/>
            <a:round/>
            <a:headEnd len="med" w="med" type="none"/>
            <a:tailEnd len="med" w="med" type="none"/>
          </a:ln>
        </p:spPr>
      </p:sp>
      <p:sp>
        <p:nvSpPr>
          <p:cNvPr id="440" name="Google Shape;440;p64"/>
          <p:cNvSpPr/>
          <p:nvPr/>
        </p:nvSpPr>
        <p:spPr>
          <a:xfrm>
            <a:off x="6879258" y="2852493"/>
            <a:ext cx="56723" cy="97241"/>
          </a:xfrm>
          <a:custGeom>
            <a:rect b="b" l="l" r="r" t="t"/>
            <a:pathLst>
              <a:path extrusionOk="0" h="5647" w="3294">
                <a:moveTo>
                  <a:pt x="0" y="0"/>
                </a:moveTo>
                <a:cubicBezTo>
                  <a:pt x="1121" y="1869"/>
                  <a:pt x="2319" y="3698"/>
                  <a:pt x="3294" y="5647"/>
                </a:cubicBezTo>
              </a:path>
            </a:pathLst>
          </a:custGeom>
          <a:noFill/>
          <a:ln cap="flat" cmpd="sng" w="26275">
            <a:solidFill>
              <a:srgbClr val="434343"/>
            </a:solidFill>
            <a:prstDash val="solid"/>
            <a:round/>
            <a:headEnd len="med" w="med" type="none"/>
            <a:tailEnd len="med" w="med" type="none"/>
          </a:ln>
        </p:spPr>
      </p:sp>
      <p:sp>
        <p:nvSpPr>
          <p:cNvPr id="441" name="Google Shape;441;p64"/>
          <p:cNvSpPr/>
          <p:nvPr/>
        </p:nvSpPr>
        <p:spPr>
          <a:xfrm>
            <a:off x="6944082" y="2909222"/>
            <a:ext cx="97241" cy="40519"/>
          </a:xfrm>
          <a:custGeom>
            <a:rect b="b" l="l" r="r" t="t"/>
            <a:pathLst>
              <a:path extrusionOk="0" h="2353" w="5647">
                <a:moveTo>
                  <a:pt x="0" y="2353"/>
                </a:moveTo>
                <a:cubicBezTo>
                  <a:pt x="1978" y="1858"/>
                  <a:pt x="3823" y="911"/>
                  <a:pt x="5647" y="0"/>
                </a:cubicBezTo>
              </a:path>
            </a:pathLst>
          </a:custGeom>
          <a:noFill/>
          <a:ln cap="flat" cmpd="sng" w="26275">
            <a:solidFill>
              <a:srgbClr val="434343"/>
            </a:solidFill>
            <a:prstDash val="solid"/>
            <a:round/>
            <a:headEnd len="med" w="med" type="none"/>
            <a:tailEnd len="med" w="med" type="none"/>
          </a:ln>
        </p:spPr>
      </p:sp>
      <p:sp>
        <p:nvSpPr>
          <p:cNvPr id="442" name="Google Shape;442;p64"/>
          <p:cNvSpPr/>
          <p:nvPr/>
        </p:nvSpPr>
        <p:spPr>
          <a:xfrm>
            <a:off x="7149110" y="2176379"/>
            <a:ext cx="74400" cy="74400"/>
          </a:xfrm>
          <a:prstGeom prst="ellipse">
            <a:avLst/>
          </a:prstGeom>
          <a:solidFill>
            <a:srgbClr val="FFFFFF"/>
          </a:solidFill>
          <a:ln cap="flat" cmpd="sng" w="26275">
            <a:solidFill>
              <a:srgbClr val="434343"/>
            </a:solidFill>
            <a:prstDash val="solid"/>
            <a:round/>
            <a:headEnd len="sm" w="sm" type="none"/>
            <a:tailEnd len="sm" w="sm" type="none"/>
          </a:ln>
        </p:spPr>
        <p:txBody>
          <a:bodyPr anchorCtr="0" anchor="ctr" bIns="62975" lIns="62975" spcFirstLastPara="1" rIns="62975" wrap="square" tIns="62975">
            <a:noAutofit/>
          </a:bodyPr>
          <a:lstStyle/>
          <a:p>
            <a:pPr indent="0" lvl="0" marL="0" rtl="0" algn="ctr">
              <a:spcBef>
                <a:spcPts val="0"/>
              </a:spcBef>
              <a:spcAft>
                <a:spcPts val="0"/>
              </a:spcAft>
              <a:buNone/>
            </a:pPr>
            <a:r>
              <a:t/>
            </a:r>
            <a:endParaRPr sz="964"/>
          </a:p>
        </p:txBody>
      </p:sp>
      <p:sp>
        <p:nvSpPr>
          <p:cNvPr id="443" name="Google Shape;443;p64"/>
          <p:cNvSpPr/>
          <p:nvPr/>
        </p:nvSpPr>
        <p:spPr>
          <a:xfrm>
            <a:off x="7411572" y="2222585"/>
            <a:ext cx="74400" cy="74400"/>
          </a:xfrm>
          <a:prstGeom prst="ellipse">
            <a:avLst/>
          </a:prstGeom>
          <a:solidFill>
            <a:srgbClr val="FFFFFF"/>
          </a:solidFill>
          <a:ln cap="flat" cmpd="sng" w="26275">
            <a:solidFill>
              <a:srgbClr val="434343"/>
            </a:solidFill>
            <a:prstDash val="solid"/>
            <a:round/>
            <a:headEnd len="sm" w="sm" type="none"/>
            <a:tailEnd len="sm" w="sm" type="none"/>
          </a:ln>
        </p:spPr>
        <p:txBody>
          <a:bodyPr anchorCtr="0" anchor="ctr" bIns="62975" lIns="62975" spcFirstLastPara="1" rIns="62975" wrap="square" tIns="62975">
            <a:noAutofit/>
          </a:bodyPr>
          <a:lstStyle/>
          <a:p>
            <a:pPr indent="0" lvl="0" marL="0" rtl="0" algn="ctr">
              <a:spcBef>
                <a:spcPts val="0"/>
              </a:spcBef>
              <a:spcAft>
                <a:spcPts val="0"/>
              </a:spcAft>
              <a:buNone/>
            </a:pPr>
            <a:r>
              <a:t/>
            </a:r>
            <a:endParaRPr sz="964"/>
          </a:p>
        </p:txBody>
      </p:sp>
      <p:sp>
        <p:nvSpPr>
          <p:cNvPr id="444" name="Google Shape;444;p64"/>
          <p:cNvSpPr/>
          <p:nvPr/>
        </p:nvSpPr>
        <p:spPr>
          <a:xfrm>
            <a:off x="7449702" y="2485047"/>
            <a:ext cx="74400" cy="74400"/>
          </a:xfrm>
          <a:prstGeom prst="ellipse">
            <a:avLst/>
          </a:prstGeom>
          <a:solidFill>
            <a:srgbClr val="FFFFFF"/>
          </a:solidFill>
          <a:ln cap="flat" cmpd="sng" w="26275">
            <a:solidFill>
              <a:srgbClr val="434343"/>
            </a:solidFill>
            <a:prstDash val="solid"/>
            <a:round/>
            <a:headEnd len="sm" w="sm" type="none"/>
            <a:tailEnd len="sm" w="sm" type="none"/>
          </a:ln>
        </p:spPr>
        <p:txBody>
          <a:bodyPr anchorCtr="0" anchor="ctr" bIns="62975" lIns="62975" spcFirstLastPara="1" rIns="62975" wrap="square" tIns="62975">
            <a:noAutofit/>
          </a:bodyPr>
          <a:lstStyle/>
          <a:p>
            <a:pPr indent="0" lvl="0" marL="0" rtl="0" algn="ctr">
              <a:spcBef>
                <a:spcPts val="0"/>
              </a:spcBef>
              <a:spcAft>
                <a:spcPts val="0"/>
              </a:spcAft>
              <a:buNone/>
            </a:pPr>
            <a:r>
              <a:t/>
            </a:r>
            <a:endParaRPr sz="964"/>
          </a:p>
        </p:txBody>
      </p:sp>
      <p:sp>
        <p:nvSpPr>
          <p:cNvPr id="445" name="Google Shape;445;p64"/>
          <p:cNvSpPr/>
          <p:nvPr/>
        </p:nvSpPr>
        <p:spPr>
          <a:xfrm>
            <a:off x="7726528" y="2642524"/>
            <a:ext cx="74400" cy="74400"/>
          </a:xfrm>
          <a:prstGeom prst="ellipse">
            <a:avLst/>
          </a:prstGeom>
          <a:solidFill>
            <a:srgbClr val="FFFFFF"/>
          </a:solidFill>
          <a:ln cap="flat" cmpd="sng" w="26275">
            <a:solidFill>
              <a:srgbClr val="434343"/>
            </a:solidFill>
            <a:prstDash val="solid"/>
            <a:round/>
            <a:headEnd len="sm" w="sm" type="none"/>
            <a:tailEnd len="sm" w="sm" type="none"/>
          </a:ln>
        </p:spPr>
        <p:txBody>
          <a:bodyPr anchorCtr="0" anchor="ctr" bIns="62975" lIns="62975" spcFirstLastPara="1" rIns="62975" wrap="square" tIns="62975">
            <a:noAutofit/>
          </a:bodyPr>
          <a:lstStyle/>
          <a:p>
            <a:pPr indent="0" lvl="0" marL="0" rtl="0" algn="ctr">
              <a:spcBef>
                <a:spcPts val="0"/>
              </a:spcBef>
              <a:spcAft>
                <a:spcPts val="0"/>
              </a:spcAft>
              <a:buNone/>
            </a:pPr>
            <a:r>
              <a:t/>
            </a:r>
            <a:endParaRPr sz="964"/>
          </a:p>
        </p:txBody>
      </p:sp>
      <p:sp>
        <p:nvSpPr>
          <p:cNvPr id="446" name="Google Shape;446;p64"/>
          <p:cNvSpPr/>
          <p:nvPr/>
        </p:nvSpPr>
        <p:spPr>
          <a:xfrm>
            <a:off x="7554549" y="2763267"/>
            <a:ext cx="74400" cy="74400"/>
          </a:xfrm>
          <a:prstGeom prst="ellipse">
            <a:avLst/>
          </a:prstGeom>
          <a:solidFill>
            <a:srgbClr val="FFFFFF"/>
          </a:solidFill>
          <a:ln cap="flat" cmpd="sng" w="26275">
            <a:solidFill>
              <a:srgbClr val="434343"/>
            </a:solidFill>
            <a:prstDash val="solid"/>
            <a:round/>
            <a:headEnd len="sm" w="sm" type="none"/>
            <a:tailEnd len="sm" w="sm" type="none"/>
          </a:ln>
        </p:spPr>
        <p:txBody>
          <a:bodyPr anchorCtr="0" anchor="ctr" bIns="62975" lIns="62975" spcFirstLastPara="1" rIns="62975" wrap="square" tIns="62975">
            <a:noAutofit/>
          </a:bodyPr>
          <a:lstStyle/>
          <a:p>
            <a:pPr indent="0" lvl="0" marL="0" rtl="0" algn="ctr">
              <a:spcBef>
                <a:spcPts val="0"/>
              </a:spcBef>
              <a:spcAft>
                <a:spcPts val="0"/>
              </a:spcAft>
              <a:buNone/>
            </a:pPr>
            <a:r>
              <a:t/>
            </a:r>
            <a:endParaRPr sz="964"/>
          </a:p>
        </p:txBody>
      </p:sp>
      <p:sp>
        <p:nvSpPr>
          <p:cNvPr id="447" name="Google Shape;447;p64"/>
          <p:cNvSpPr/>
          <p:nvPr/>
        </p:nvSpPr>
        <p:spPr>
          <a:xfrm>
            <a:off x="7724134" y="2916145"/>
            <a:ext cx="74400" cy="74400"/>
          </a:xfrm>
          <a:prstGeom prst="ellipse">
            <a:avLst/>
          </a:prstGeom>
          <a:solidFill>
            <a:srgbClr val="FFFFFF"/>
          </a:solidFill>
          <a:ln cap="flat" cmpd="sng" w="26275">
            <a:solidFill>
              <a:srgbClr val="434343"/>
            </a:solidFill>
            <a:prstDash val="solid"/>
            <a:round/>
            <a:headEnd len="sm" w="sm" type="none"/>
            <a:tailEnd len="sm" w="sm" type="none"/>
          </a:ln>
        </p:spPr>
        <p:txBody>
          <a:bodyPr anchorCtr="0" anchor="ctr" bIns="62975" lIns="62975" spcFirstLastPara="1" rIns="62975" wrap="square" tIns="62975">
            <a:noAutofit/>
          </a:bodyPr>
          <a:lstStyle/>
          <a:p>
            <a:pPr indent="0" lvl="0" marL="0" rtl="0" algn="ctr">
              <a:spcBef>
                <a:spcPts val="0"/>
              </a:spcBef>
              <a:spcAft>
                <a:spcPts val="0"/>
              </a:spcAft>
              <a:buNone/>
            </a:pPr>
            <a:r>
              <a:t/>
            </a:r>
            <a:endParaRPr sz="964"/>
          </a:p>
        </p:txBody>
      </p:sp>
      <p:sp>
        <p:nvSpPr>
          <p:cNvPr id="448" name="Google Shape;448;p64"/>
          <p:cNvSpPr/>
          <p:nvPr/>
        </p:nvSpPr>
        <p:spPr>
          <a:xfrm>
            <a:off x="7475070" y="3292582"/>
            <a:ext cx="74400" cy="74400"/>
          </a:xfrm>
          <a:prstGeom prst="ellipse">
            <a:avLst/>
          </a:prstGeom>
          <a:solidFill>
            <a:srgbClr val="FFFFFF"/>
          </a:solidFill>
          <a:ln cap="flat" cmpd="sng" w="26275">
            <a:solidFill>
              <a:srgbClr val="434343"/>
            </a:solidFill>
            <a:prstDash val="solid"/>
            <a:round/>
            <a:headEnd len="sm" w="sm" type="none"/>
            <a:tailEnd len="sm" w="sm" type="none"/>
          </a:ln>
        </p:spPr>
        <p:txBody>
          <a:bodyPr anchorCtr="0" anchor="ctr" bIns="62975" lIns="62975" spcFirstLastPara="1" rIns="62975" wrap="square" tIns="62975">
            <a:noAutofit/>
          </a:bodyPr>
          <a:lstStyle/>
          <a:p>
            <a:pPr indent="0" lvl="0" marL="0" rtl="0" algn="ctr">
              <a:spcBef>
                <a:spcPts val="0"/>
              </a:spcBef>
              <a:spcAft>
                <a:spcPts val="0"/>
              </a:spcAft>
              <a:buNone/>
            </a:pPr>
            <a:r>
              <a:t/>
            </a:r>
            <a:endParaRPr sz="964"/>
          </a:p>
        </p:txBody>
      </p:sp>
      <p:sp>
        <p:nvSpPr>
          <p:cNvPr id="449" name="Google Shape;449;p64"/>
          <p:cNvSpPr/>
          <p:nvPr/>
        </p:nvSpPr>
        <p:spPr>
          <a:xfrm>
            <a:off x="7449702" y="3020037"/>
            <a:ext cx="74400" cy="74400"/>
          </a:xfrm>
          <a:prstGeom prst="ellipse">
            <a:avLst/>
          </a:prstGeom>
          <a:solidFill>
            <a:srgbClr val="FFFFFF"/>
          </a:solidFill>
          <a:ln cap="flat" cmpd="sng" w="26275">
            <a:solidFill>
              <a:srgbClr val="434343"/>
            </a:solidFill>
            <a:prstDash val="solid"/>
            <a:round/>
            <a:headEnd len="sm" w="sm" type="none"/>
            <a:tailEnd len="sm" w="sm" type="none"/>
          </a:ln>
        </p:spPr>
        <p:txBody>
          <a:bodyPr anchorCtr="0" anchor="ctr" bIns="62975" lIns="62975" spcFirstLastPara="1" rIns="62975" wrap="square" tIns="62975">
            <a:noAutofit/>
          </a:bodyPr>
          <a:lstStyle/>
          <a:p>
            <a:pPr indent="0" lvl="0" marL="0" rtl="0" algn="ctr">
              <a:spcBef>
                <a:spcPts val="0"/>
              </a:spcBef>
              <a:spcAft>
                <a:spcPts val="0"/>
              </a:spcAft>
              <a:buNone/>
            </a:pPr>
            <a:r>
              <a:t/>
            </a:r>
            <a:endParaRPr sz="964"/>
          </a:p>
        </p:txBody>
      </p:sp>
      <p:sp>
        <p:nvSpPr>
          <p:cNvPr id="450" name="Google Shape;450;p64"/>
          <p:cNvSpPr/>
          <p:nvPr/>
        </p:nvSpPr>
        <p:spPr>
          <a:xfrm rot="-926251">
            <a:off x="7280257" y="2676772"/>
            <a:ext cx="74384" cy="74384"/>
          </a:xfrm>
          <a:prstGeom prst="ellipse">
            <a:avLst/>
          </a:prstGeom>
          <a:solidFill>
            <a:srgbClr val="FFFFFF"/>
          </a:solidFill>
          <a:ln cap="flat" cmpd="sng" w="26275">
            <a:solidFill>
              <a:srgbClr val="434343"/>
            </a:solidFill>
            <a:prstDash val="solid"/>
            <a:round/>
            <a:headEnd len="sm" w="sm" type="none"/>
            <a:tailEnd len="sm" w="sm" type="none"/>
          </a:ln>
        </p:spPr>
        <p:txBody>
          <a:bodyPr anchorCtr="0" anchor="ctr" bIns="62975" lIns="62975" spcFirstLastPara="1" rIns="62975" wrap="square" tIns="62975">
            <a:noAutofit/>
          </a:bodyPr>
          <a:lstStyle/>
          <a:p>
            <a:pPr indent="0" lvl="0" marL="0" rtl="0" algn="ctr">
              <a:spcBef>
                <a:spcPts val="0"/>
              </a:spcBef>
              <a:spcAft>
                <a:spcPts val="0"/>
              </a:spcAft>
              <a:buNone/>
            </a:pPr>
            <a:r>
              <a:t/>
            </a:r>
            <a:endParaRPr sz="964"/>
          </a:p>
        </p:txBody>
      </p:sp>
      <p:cxnSp>
        <p:nvCxnSpPr>
          <p:cNvPr id="451" name="Google Shape;451;p64"/>
          <p:cNvCxnSpPr>
            <a:stCxn id="442" idx="6"/>
            <a:endCxn id="443" idx="2"/>
          </p:cNvCxnSpPr>
          <p:nvPr/>
        </p:nvCxnSpPr>
        <p:spPr>
          <a:xfrm>
            <a:off x="7223510" y="2213579"/>
            <a:ext cx="188100" cy="46200"/>
          </a:xfrm>
          <a:prstGeom prst="straightConnector1">
            <a:avLst/>
          </a:prstGeom>
          <a:noFill/>
          <a:ln cap="flat" cmpd="sng" w="26275">
            <a:solidFill>
              <a:srgbClr val="434343"/>
            </a:solidFill>
            <a:prstDash val="solid"/>
            <a:round/>
            <a:headEnd len="med" w="med" type="none"/>
            <a:tailEnd len="med" w="med" type="none"/>
          </a:ln>
        </p:spPr>
      </p:cxnSp>
      <p:cxnSp>
        <p:nvCxnSpPr>
          <p:cNvPr id="452" name="Google Shape;452;p64"/>
          <p:cNvCxnSpPr>
            <a:stCxn id="443" idx="5"/>
            <a:endCxn id="444" idx="0"/>
          </p:cNvCxnSpPr>
          <p:nvPr/>
        </p:nvCxnSpPr>
        <p:spPr>
          <a:xfrm>
            <a:off x="7475077" y="2286090"/>
            <a:ext cx="11700" cy="198900"/>
          </a:xfrm>
          <a:prstGeom prst="straightConnector1">
            <a:avLst/>
          </a:prstGeom>
          <a:noFill/>
          <a:ln cap="flat" cmpd="sng" w="26275">
            <a:solidFill>
              <a:srgbClr val="434343"/>
            </a:solidFill>
            <a:prstDash val="solid"/>
            <a:round/>
            <a:headEnd len="med" w="med" type="none"/>
            <a:tailEnd len="med" w="med" type="none"/>
          </a:ln>
        </p:spPr>
      </p:cxnSp>
      <p:cxnSp>
        <p:nvCxnSpPr>
          <p:cNvPr id="453" name="Google Shape;453;p64"/>
          <p:cNvCxnSpPr>
            <a:stCxn id="444" idx="7"/>
            <a:endCxn id="454" idx="3"/>
          </p:cNvCxnSpPr>
          <p:nvPr/>
        </p:nvCxnSpPr>
        <p:spPr>
          <a:xfrm flipH="1" rot="10800000">
            <a:off x="7513206" y="2443443"/>
            <a:ext cx="171600" cy="52500"/>
          </a:xfrm>
          <a:prstGeom prst="straightConnector1">
            <a:avLst/>
          </a:prstGeom>
          <a:noFill/>
          <a:ln cap="flat" cmpd="sng" w="26275">
            <a:solidFill>
              <a:srgbClr val="434343"/>
            </a:solidFill>
            <a:prstDash val="solid"/>
            <a:round/>
            <a:headEnd len="med" w="med" type="none"/>
            <a:tailEnd len="med" w="med" type="none"/>
          </a:ln>
        </p:spPr>
      </p:cxnSp>
      <p:cxnSp>
        <p:nvCxnSpPr>
          <p:cNvPr id="455" name="Google Shape;455;p64"/>
          <p:cNvCxnSpPr>
            <a:stCxn id="454" idx="4"/>
            <a:endCxn id="445" idx="0"/>
          </p:cNvCxnSpPr>
          <p:nvPr/>
        </p:nvCxnSpPr>
        <p:spPr>
          <a:xfrm>
            <a:off x="7711235" y="2454462"/>
            <a:ext cx="52500" cy="188100"/>
          </a:xfrm>
          <a:prstGeom prst="straightConnector1">
            <a:avLst/>
          </a:prstGeom>
          <a:noFill/>
          <a:ln cap="flat" cmpd="sng" w="26275">
            <a:solidFill>
              <a:srgbClr val="434343"/>
            </a:solidFill>
            <a:prstDash val="solid"/>
            <a:round/>
            <a:headEnd len="med" w="med" type="none"/>
            <a:tailEnd len="med" w="med" type="none"/>
          </a:ln>
        </p:spPr>
      </p:cxnSp>
      <p:cxnSp>
        <p:nvCxnSpPr>
          <p:cNvPr id="456" name="Google Shape;456;p64"/>
          <p:cNvCxnSpPr>
            <a:stCxn id="457" idx="4"/>
            <a:endCxn id="450" idx="1"/>
          </p:cNvCxnSpPr>
          <p:nvPr/>
        </p:nvCxnSpPr>
        <p:spPr>
          <a:xfrm>
            <a:off x="7186310" y="2507006"/>
            <a:ext cx="98700" cy="188700"/>
          </a:xfrm>
          <a:prstGeom prst="straightConnector1">
            <a:avLst/>
          </a:prstGeom>
          <a:noFill/>
          <a:ln cap="flat" cmpd="sng" w="26275">
            <a:solidFill>
              <a:srgbClr val="434343"/>
            </a:solidFill>
            <a:prstDash val="solid"/>
            <a:round/>
            <a:headEnd len="med" w="med" type="none"/>
            <a:tailEnd len="med" w="med" type="none"/>
          </a:ln>
        </p:spPr>
      </p:cxnSp>
      <p:cxnSp>
        <p:nvCxnSpPr>
          <p:cNvPr id="458" name="Google Shape;458;p64"/>
          <p:cNvCxnSpPr>
            <a:stCxn id="450" idx="5"/>
            <a:endCxn id="446" idx="1"/>
          </p:cNvCxnSpPr>
          <p:nvPr/>
        </p:nvCxnSpPr>
        <p:spPr>
          <a:xfrm>
            <a:off x="7349799" y="2732313"/>
            <a:ext cx="215700" cy="41700"/>
          </a:xfrm>
          <a:prstGeom prst="straightConnector1">
            <a:avLst/>
          </a:prstGeom>
          <a:noFill/>
          <a:ln cap="flat" cmpd="sng" w="26275">
            <a:solidFill>
              <a:srgbClr val="434343"/>
            </a:solidFill>
            <a:prstDash val="solid"/>
            <a:round/>
            <a:headEnd len="med" w="med" type="none"/>
            <a:tailEnd len="med" w="med" type="none"/>
          </a:ln>
        </p:spPr>
      </p:cxnSp>
      <p:cxnSp>
        <p:nvCxnSpPr>
          <p:cNvPr id="459" name="Google Shape;459;p64"/>
          <p:cNvCxnSpPr>
            <a:stCxn id="449" idx="6"/>
            <a:endCxn id="447" idx="2"/>
          </p:cNvCxnSpPr>
          <p:nvPr/>
        </p:nvCxnSpPr>
        <p:spPr>
          <a:xfrm flipH="1" rot="10800000">
            <a:off x="7524102" y="2953437"/>
            <a:ext cx="200100" cy="103800"/>
          </a:xfrm>
          <a:prstGeom prst="straightConnector1">
            <a:avLst/>
          </a:prstGeom>
          <a:noFill/>
          <a:ln cap="flat" cmpd="sng" w="26275">
            <a:solidFill>
              <a:srgbClr val="434343"/>
            </a:solidFill>
            <a:prstDash val="solid"/>
            <a:round/>
            <a:headEnd len="med" w="med" type="none"/>
            <a:tailEnd len="med" w="med" type="none"/>
          </a:ln>
        </p:spPr>
      </p:cxnSp>
      <p:cxnSp>
        <p:nvCxnSpPr>
          <p:cNvPr id="460" name="Google Shape;460;p64"/>
          <p:cNvCxnSpPr>
            <a:stCxn id="447" idx="0"/>
            <a:endCxn id="445" idx="4"/>
          </p:cNvCxnSpPr>
          <p:nvPr/>
        </p:nvCxnSpPr>
        <p:spPr>
          <a:xfrm flipH="1" rot="10800000">
            <a:off x="7761334" y="2716945"/>
            <a:ext cx="2400" cy="199200"/>
          </a:xfrm>
          <a:prstGeom prst="straightConnector1">
            <a:avLst/>
          </a:prstGeom>
          <a:noFill/>
          <a:ln cap="flat" cmpd="sng" w="26275">
            <a:solidFill>
              <a:srgbClr val="434343"/>
            </a:solidFill>
            <a:prstDash val="solid"/>
            <a:round/>
            <a:headEnd len="med" w="med" type="none"/>
            <a:tailEnd len="med" w="med" type="none"/>
          </a:ln>
        </p:spPr>
      </p:cxnSp>
      <p:cxnSp>
        <p:nvCxnSpPr>
          <p:cNvPr id="461" name="Google Shape;461;p64"/>
          <p:cNvCxnSpPr>
            <a:stCxn id="462" idx="5"/>
            <a:endCxn id="449" idx="2"/>
          </p:cNvCxnSpPr>
          <p:nvPr/>
        </p:nvCxnSpPr>
        <p:spPr>
          <a:xfrm>
            <a:off x="7329635" y="2994023"/>
            <a:ext cx="120000" cy="63300"/>
          </a:xfrm>
          <a:prstGeom prst="straightConnector1">
            <a:avLst/>
          </a:prstGeom>
          <a:noFill/>
          <a:ln cap="flat" cmpd="sng" w="26275">
            <a:solidFill>
              <a:srgbClr val="434343"/>
            </a:solidFill>
            <a:prstDash val="solid"/>
            <a:round/>
            <a:headEnd len="med" w="med" type="none"/>
            <a:tailEnd len="med" w="med" type="none"/>
          </a:ln>
        </p:spPr>
      </p:cxnSp>
      <p:cxnSp>
        <p:nvCxnSpPr>
          <p:cNvPr id="463" name="Google Shape;463;p64"/>
          <p:cNvCxnSpPr>
            <a:stCxn id="447" idx="5"/>
            <a:endCxn id="464" idx="7"/>
          </p:cNvCxnSpPr>
          <p:nvPr/>
        </p:nvCxnSpPr>
        <p:spPr>
          <a:xfrm flipH="1">
            <a:off x="7700338" y="2979650"/>
            <a:ext cx="87300" cy="212100"/>
          </a:xfrm>
          <a:prstGeom prst="straightConnector1">
            <a:avLst/>
          </a:prstGeom>
          <a:noFill/>
          <a:ln cap="flat" cmpd="sng" w="26275">
            <a:solidFill>
              <a:srgbClr val="434343"/>
            </a:solidFill>
            <a:prstDash val="solid"/>
            <a:round/>
            <a:headEnd len="med" w="med" type="none"/>
            <a:tailEnd len="med" w="med" type="none"/>
          </a:ln>
        </p:spPr>
      </p:cxnSp>
      <p:cxnSp>
        <p:nvCxnSpPr>
          <p:cNvPr id="465" name="Google Shape;465;p64"/>
          <p:cNvCxnSpPr>
            <a:stCxn id="448" idx="7"/>
            <a:endCxn id="464" idx="4"/>
          </p:cNvCxnSpPr>
          <p:nvPr/>
        </p:nvCxnSpPr>
        <p:spPr>
          <a:xfrm flipH="1" rot="10800000">
            <a:off x="7538574" y="3255477"/>
            <a:ext cx="135600" cy="48000"/>
          </a:xfrm>
          <a:prstGeom prst="straightConnector1">
            <a:avLst/>
          </a:prstGeom>
          <a:noFill/>
          <a:ln cap="flat" cmpd="sng" w="26275">
            <a:solidFill>
              <a:srgbClr val="434343"/>
            </a:solidFill>
            <a:prstDash val="solid"/>
            <a:round/>
            <a:headEnd len="med" w="med" type="none"/>
            <a:tailEnd len="med" w="med" type="none"/>
          </a:ln>
        </p:spPr>
      </p:cxnSp>
      <p:sp>
        <p:nvSpPr>
          <p:cNvPr id="464" name="Google Shape;464;p64"/>
          <p:cNvSpPr/>
          <p:nvPr/>
        </p:nvSpPr>
        <p:spPr>
          <a:xfrm>
            <a:off x="7636836" y="3180984"/>
            <a:ext cx="74400" cy="74400"/>
          </a:xfrm>
          <a:prstGeom prst="ellipse">
            <a:avLst/>
          </a:prstGeom>
          <a:solidFill>
            <a:srgbClr val="FFFFFF"/>
          </a:solidFill>
          <a:ln cap="flat" cmpd="sng" w="26275">
            <a:solidFill>
              <a:srgbClr val="434343"/>
            </a:solidFill>
            <a:prstDash val="solid"/>
            <a:round/>
            <a:headEnd len="sm" w="sm" type="none"/>
            <a:tailEnd len="sm" w="sm" type="none"/>
          </a:ln>
        </p:spPr>
        <p:txBody>
          <a:bodyPr anchorCtr="0" anchor="ctr" bIns="62975" lIns="62975" spcFirstLastPara="1" rIns="62975" wrap="square" tIns="62975">
            <a:noAutofit/>
          </a:bodyPr>
          <a:lstStyle/>
          <a:p>
            <a:pPr indent="0" lvl="0" marL="0" rtl="0" algn="ctr">
              <a:spcBef>
                <a:spcPts val="0"/>
              </a:spcBef>
              <a:spcAft>
                <a:spcPts val="0"/>
              </a:spcAft>
              <a:buNone/>
            </a:pPr>
            <a:r>
              <a:t/>
            </a:r>
            <a:endParaRPr sz="964"/>
          </a:p>
        </p:txBody>
      </p:sp>
      <p:sp>
        <p:nvSpPr>
          <p:cNvPr id="457" name="Google Shape;457;p64"/>
          <p:cNvSpPr/>
          <p:nvPr/>
        </p:nvSpPr>
        <p:spPr>
          <a:xfrm>
            <a:off x="7149110" y="2432606"/>
            <a:ext cx="74400" cy="74400"/>
          </a:xfrm>
          <a:prstGeom prst="ellipse">
            <a:avLst/>
          </a:prstGeom>
          <a:solidFill>
            <a:srgbClr val="FFFFFF"/>
          </a:solidFill>
          <a:ln cap="flat" cmpd="sng" w="26275">
            <a:solidFill>
              <a:srgbClr val="434343"/>
            </a:solidFill>
            <a:prstDash val="solid"/>
            <a:round/>
            <a:headEnd len="sm" w="sm" type="none"/>
            <a:tailEnd len="sm" w="sm" type="none"/>
          </a:ln>
        </p:spPr>
        <p:txBody>
          <a:bodyPr anchorCtr="0" anchor="ctr" bIns="62975" lIns="62975" spcFirstLastPara="1" rIns="62975" wrap="square" tIns="62975">
            <a:noAutofit/>
          </a:bodyPr>
          <a:lstStyle/>
          <a:p>
            <a:pPr indent="0" lvl="0" marL="0" rtl="0" algn="ctr">
              <a:spcBef>
                <a:spcPts val="0"/>
              </a:spcBef>
              <a:spcAft>
                <a:spcPts val="0"/>
              </a:spcAft>
              <a:buNone/>
            </a:pPr>
            <a:r>
              <a:t/>
            </a:r>
            <a:endParaRPr sz="964"/>
          </a:p>
        </p:txBody>
      </p:sp>
      <p:sp>
        <p:nvSpPr>
          <p:cNvPr id="454" name="Google Shape;454;p64"/>
          <p:cNvSpPr/>
          <p:nvPr/>
        </p:nvSpPr>
        <p:spPr>
          <a:xfrm>
            <a:off x="7674035" y="2380062"/>
            <a:ext cx="74400" cy="74400"/>
          </a:xfrm>
          <a:prstGeom prst="ellipse">
            <a:avLst/>
          </a:prstGeom>
          <a:solidFill>
            <a:srgbClr val="FFFFFF"/>
          </a:solidFill>
          <a:ln cap="flat" cmpd="sng" w="26275">
            <a:solidFill>
              <a:srgbClr val="434343"/>
            </a:solidFill>
            <a:prstDash val="solid"/>
            <a:round/>
            <a:headEnd len="sm" w="sm" type="none"/>
            <a:tailEnd len="sm" w="sm" type="none"/>
          </a:ln>
        </p:spPr>
        <p:txBody>
          <a:bodyPr anchorCtr="0" anchor="ctr" bIns="62975" lIns="62975" spcFirstLastPara="1" rIns="62975" wrap="square" tIns="62975">
            <a:noAutofit/>
          </a:bodyPr>
          <a:lstStyle/>
          <a:p>
            <a:pPr indent="0" lvl="0" marL="0" rtl="0" algn="ctr">
              <a:spcBef>
                <a:spcPts val="0"/>
              </a:spcBef>
              <a:spcAft>
                <a:spcPts val="0"/>
              </a:spcAft>
              <a:buNone/>
            </a:pPr>
            <a:r>
              <a:t/>
            </a:r>
            <a:endParaRPr sz="964"/>
          </a:p>
        </p:txBody>
      </p:sp>
      <p:sp>
        <p:nvSpPr>
          <p:cNvPr id="462" name="Google Shape;462;p64"/>
          <p:cNvSpPr/>
          <p:nvPr/>
        </p:nvSpPr>
        <p:spPr>
          <a:xfrm rot="-1241440">
            <a:off x="7258229" y="2941283"/>
            <a:ext cx="74719" cy="74719"/>
          </a:xfrm>
          <a:prstGeom prst="ellipse">
            <a:avLst/>
          </a:prstGeom>
          <a:solidFill>
            <a:srgbClr val="FFFFFF"/>
          </a:solidFill>
          <a:ln cap="flat" cmpd="sng" w="26275">
            <a:solidFill>
              <a:srgbClr val="434343"/>
            </a:solidFill>
            <a:prstDash val="solid"/>
            <a:round/>
            <a:headEnd len="sm" w="sm" type="none"/>
            <a:tailEnd len="sm" w="sm" type="none"/>
          </a:ln>
        </p:spPr>
        <p:txBody>
          <a:bodyPr anchorCtr="0" anchor="ctr" bIns="62975" lIns="62975" spcFirstLastPara="1" rIns="62975" wrap="square" tIns="62975">
            <a:noAutofit/>
          </a:bodyPr>
          <a:lstStyle/>
          <a:p>
            <a:pPr indent="0" lvl="0" marL="0" rtl="0" algn="ctr">
              <a:spcBef>
                <a:spcPts val="0"/>
              </a:spcBef>
              <a:spcAft>
                <a:spcPts val="0"/>
              </a:spcAft>
              <a:buNone/>
            </a:pPr>
            <a:r>
              <a:t/>
            </a:r>
            <a:endParaRPr sz="964"/>
          </a:p>
        </p:txBody>
      </p:sp>
      <p:sp>
        <p:nvSpPr>
          <p:cNvPr id="466" name="Google Shape;466;p64"/>
          <p:cNvSpPr/>
          <p:nvPr/>
        </p:nvSpPr>
        <p:spPr>
          <a:xfrm>
            <a:off x="7149075" y="2792131"/>
            <a:ext cx="74400" cy="74400"/>
          </a:xfrm>
          <a:prstGeom prst="ellipse">
            <a:avLst/>
          </a:prstGeom>
          <a:solidFill>
            <a:srgbClr val="FFFFFF"/>
          </a:solidFill>
          <a:ln cap="flat" cmpd="sng" w="26275">
            <a:solidFill>
              <a:srgbClr val="434343"/>
            </a:solidFill>
            <a:prstDash val="solid"/>
            <a:round/>
            <a:headEnd len="sm" w="sm" type="none"/>
            <a:tailEnd len="sm" w="sm" type="none"/>
          </a:ln>
        </p:spPr>
        <p:txBody>
          <a:bodyPr anchorCtr="0" anchor="ctr" bIns="62975" lIns="62975" spcFirstLastPara="1" rIns="62975" wrap="square" tIns="62975">
            <a:noAutofit/>
          </a:bodyPr>
          <a:lstStyle/>
          <a:p>
            <a:pPr indent="0" lvl="0" marL="0" rtl="0" algn="ctr">
              <a:spcBef>
                <a:spcPts val="0"/>
              </a:spcBef>
              <a:spcAft>
                <a:spcPts val="0"/>
              </a:spcAft>
              <a:buNone/>
            </a:pPr>
            <a:r>
              <a:t/>
            </a:r>
            <a:endParaRPr sz="964"/>
          </a:p>
        </p:txBody>
      </p:sp>
      <p:cxnSp>
        <p:nvCxnSpPr>
          <p:cNvPr id="467" name="Google Shape;467;p64"/>
          <p:cNvCxnSpPr>
            <a:stCxn id="462" idx="1"/>
            <a:endCxn id="466" idx="5"/>
          </p:cNvCxnSpPr>
          <p:nvPr/>
        </p:nvCxnSpPr>
        <p:spPr>
          <a:xfrm rot="10800000">
            <a:off x="7212641" y="2855564"/>
            <a:ext cx="48900" cy="107700"/>
          </a:xfrm>
          <a:prstGeom prst="straightConnector1">
            <a:avLst/>
          </a:prstGeom>
          <a:noFill/>
          <a:ln cap="flat" cmpd="sng" w="26275">
            <a:solidFill>
              <a:srgbClr val="434343"/>
            </a:solidFill>
            <a:prstDash val="solid"/>
            <a:round/>
            <a:headEnd len="med" w="med" type="none"/>
            <a:tailEnd len="med" w="med" type="none"/>
          </a:ln>
        </p:spPr>
      </p:cxnSp>
      <p:sp>
        <p:nvSpPr>
          <p:cNvPr id="468" name="Google Shape;468;p64"/>
          <p:cNvSpPr/>
          <p:nvPr/>
        </p:nvSpPr>
        <p:spPr>
          <a:xfrm>
            <a:off x="7149075" y="3176213"/>
            <a:ext cx="74400" cy="74400"/>
          </a:xfrm>
          <a:prstGeom prst="ellipse">
            <a:avLst/>
          </a:prstGeom>
          <a:solidFill>
            <a:srgbClr val="FFFFFF"/>
          </a:solidFill>
          <a:ln cap="flat" cmpd="sng" w="26275">
            <a:solidFill>
              <a:srgbClr val="434343"/>
            </a:solidFill>
            <a:prstDash val="solid"/>
            <a:round/>
            <a:headEnd len="sm" w="sm" type="none"/>
            <a:tailEnd len="sm" w="sm" type="none"/>
          </a:ln>
        </p:spPr>
        <p:txBody>
          <a:bodyPr anchorCtr="0" anchor="ctr" bIns="62975" lIns="62975" spcFirstLastPara="1" rIns="62975" wrap="square" tIns="62975">
            <a:noAutofit/>
          </a:bodyPr>
          <a:lstStyle/>
          <a:p>
            <a:pPr indent="0" lvl="0" marL="0" rtl="0" algn="ctr">
              <a:spcBef>
                <a:spcPts val="0"/>
              </a:spcBef>
              <a:spcAft>
                <a:spcPts val="0"/>
              </a:spcAft>
              <a:buNone/>
            </a:pPr>
            <a:r>
              <a:t/>
            </a:r>
            <a:endParaRPr sz="964"/>
          </a:p>
        </p:txBody>
      </p:sp>
      <p:sp>
        <p:nvSpPr>
          <p:cNvPr id="469" name="Google Shape;469;p64"/>
          <p:cNvSpPr/>
          <p:nvPr/>
        </p:nvSpPr>
        <p:spPr>
          <a:xfrm>
            <a:off x="7149075" y="3560305"/>
            <a:ext cx="74400" cy="74400"/>
          </a:xfrm>
          <a:prstGeom prst="ellipse">
            <a:avLst/>
          </a:prstGeom>
          <a:solidFill>
            <a:srgbClr val="FFFFFF"/>
          </a:solidFill>
          <a:ln cap="flat" cmpd="sng" w="26275">
            <a:solidFill>
              <a:srgbClr val="434343"/>
            </a:solidFill>
            <a:prstDash val="solid"/>
            <a:round/>
            <a:headEnd len="sm" w="sm" type="none"/>
            <a:tailEnd len="sm" w="sm" type="none"/>
          </a:ln>
        </p:spPr>
        <p:txBody>
          <a:bodyPr anchorCtr="0" anchor="ctr" bIns="62975" lIns="62975" spcFirstLastPara="1" rIns="62975" wrap="square" tIns="62975">
            <a:noAutofit/>
          </a:bodyPr>
          <a:lstStyle/>
          <a:p>
            <a:pPr indent="0" lvl="0" marL="0" rtl="0" algn="ctr">
              <a:spcBef>
                <a:spcPts val="0"/>
              </a:spcBef>
              <a:spcAft>
                <a:spcPts val="0"/>
              </a:spcAft>
              <a:buNone/>
            </a:pPr>
            <a:r>
              <a:t/>
            </a:r>
            <a:endParaRPr sz="964"/>
          </a:p>
        </p:txBody>
      </p:sp>
      <p:cxnSp>
        <p:nvCxnSpPr>
          <p:cNvPr id="470" name="Google Shape;470;p64"/>
          <p:cNvCxnSpPr>
            <a:stCxn id="468" idx="4"/>
            <a:endCxn id="469" idx="0"/>
          </p:cNvCxnSpPr>
          <p:nvPr/>
        </p:nvCxnSpPr>
        <p:spPr>
          <a:xfrm>
            <a:off x="7186275" y="3250613"/>
            <a:ext cx="0" cy="309600"/>
          </a:xfrm>
          <a:prstGeom prst="straightConnector1">
            <a:avLst/>
          </a:prstGeom>
          <a:noFill/>
          <a:ln cap="flat" cmpd="sng" w="26275">
            <a:solidFill>
              <a:srgbClr val="434343"/>
            </a:solidFill>
            <a:prstDash val="solid"/>
            <a:round/>
            <a:headEnd len="med" w="med" type="none"/>
            <a:tailEnd len="med" w="med" type="none"/>
          </a:ln>
        </p:spPr>
      </p:cxnSp>
      <p:cxnSp>
        <p:nvCxnSpPr>
          <p:cNvPr id="471" name="Google Shape;471;p64"/>
          <p:cNvCxnSpPr>
            <a:stCxn id="469" idx="7"/>
            <a:endCxn id="448" idx="3"/>
          </p:cNvCxnSpPr>
          <p:nvPr/>
        </p:nvCxnSpPr>
        <p:spPr>
          <a:xfrm flipH="1" rot="10800000">
            <a:off x="7212579" y="3356100"/>
            <a:ext cx="273300" cy="215100"/>
          </a:xfrm>
          <a:prstGeom prst="straightConnector1">
            <a:avLst/>
          </a:prstGeom>
          <a:noFill/>
          <a:ln cap="flat" cmpd="sng" w="26275">
            <a:solidFill>
              <a:srgbClr val="434343"/>
            </a:solidFill>
            <a:prstDash val="solid"/>
            <a:round/>
            <a:headEnd len="med" w="med" type="none"/>
            <a:tailEnd len="med" w="med" type="none"/>
          </a:ln>
        </p:spPr>
      </p:cxnSp>
      <p:sp>
        <p:nvSpPr>
          <p:cNvPr id="472" name="Google Shape;472;p64"/>
          <p:cNvSpPr/>
          <p:nvPr/>
        </p:nvSpPr>
        <p:spPr>
          <a:xfrm rot="-1241440">
            <a:off x="7310721" y="3256238"/>
            <a:ext cx="74719" cy="74719"/>
          </a:xfrm>
          <a:prstGeom prst="ellipse">
            <a:avLst/>
          </a:prstGeom>
          <a:solidFill>
            <a:srgbClr val="FFFFFF"/>
          </a:solidFill>
          <a:ln cap="flat" cmpd="sng" w="26275">
            <a:solidFill>
              <a:srgbClr val="434343"/>
            </a:solidFill>
            <a:prstDash val="solid"/>
            <a:round/>
            <a:headEnd len="sm" w="sm" type="none"/>
            <a:tailEnd len="sm" w="sm" type="none"/>
          </a:ln>
        </p:spPr>
        <p:txBody>
          <a:bodyPr anchorCtr="0" anchor="ctr" bIns="62975" lIns="62975" spcFirstLastPara="1" rIns="62975" wrap="square" tIns="62975">
            <a:noAutofit/>
          </a:bodyPr>
          <a:lstStyle/>
          <a:p>
            <a:pPr indent="0" lvl="0" marL="0" rtl="0" algn="ctr">
              <a:spcBef>
                <a:spcPts val="0"/>
              </a:spcBef>
              <a:spcAft>
                <a:spcPts val="0"/>
              </a:spcAft>
              <a:buNone/>
            </a:pPr>
            <a:r>
              <a:t/>
            </a:r>
            <a:endParaRPr sz="964"/>
          </a:p>
        </p:txBody>
      </p:sp>
      <p:cxnSp>
        <p:nvCxnSpPr>
          <p:cNvPr id="473" name="Google Shape;473;p64"/>
          <p:cNvCxnSpPr>
            <a:stCxn id="468" idx="5"/>
            <a:endCxn id="472" idx="1"/>
          </p:cNvCxnSpPr>
          <p:nvPr/>
        </p:nvCxnSpPr>
        <p:spPr>
          <a:xfrm>
            <a:off x="7212579" y="3239718"/>
            <a:ext cx="101400" cy="38400"/>
          </a:xfrm>
          <a:prstGeom prst="straightConnector1">
            <a:avLst/>
          </a:prstGeom>
          <a:noFill/>
          <a:ln cap="flat" cmpd="sng" w="26275">
            <a:solidFill>
              <a:srgbClr val="434343"/>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E586D"/>
        </a:solidFill>
      </p:bgPr>
    </p:bg>
    <p:spTree>
      <p:nvGrpSpPr>
        <p:cNvPr id="477" name="Shape 477"/>
        <p:cNvGrpSpPr/>
        <p:nvPr/>
      </p:nvGrpSpPr>
      <p:grpSpPr>
        <a:xfrm>
          <a:off x="0" y="0"/>
          <a:ext cx="0" cy="0"/>
          <a:chOff x="0" y="0"/>
          <a:chExt cx="0" cy="0"/>
        </a:xfrm>
      </p:grpSpPr>
      <p:pic>
        <p:nvPicPr>
          <p:cNvPr descr="Image" id="478" name="Google Shape;478;p65"/>
          <p:cNvPicPr preferRelativeResize="0"/>
          <p:nvPr/>
        </p:nvPicPr>
        <p:blipFill rotWithShape="1">
          <a:blip r:embed="rId3">
            <a:alphaModFix/>
          </a:blip>
          <a:srcRect b="0" l="0" r="0" t="0"/>
          <a:stretch/>
        </p:blipFill>
        <p:spPr>
          <a:xfrm>
            <a:off x="3436355" y="1025447"/>
            <a:ext cx="4184064" cy="3092606"/>
          </a:xfrm>
          <a:prstGeom prst="rect">
            <a:avLst/>
          </a:prstGeom>
          <a:noFill/>
          <a:ln>
            <a:noFill/>
          </a:ln>
        </p:spPr>
      </p:pic>
      <p:sp>
        <p:nvSpPr>
          <p:cNvPr id="479" name="Google Shape;479;p65"/>
          <p:cNvSpPr txBox="1"/>
          <p:nvPr/>
        </p:nvSpPr>
        <p:spPr>
          <a:xfrm>
            <a:off x="1347222" y="1923593"/>
            <a:ext cx="40671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FFFFFF"/>
              </a:buClr>
              <a:buSzPts val="5600"/>
              <a:buFont typeface="Urbanist ExtraBold"/>
              <a:buNone/>
            </a:pPr>
            <a:r>
              <a:rPr lang="ru" sz="3000">
                <a:solidFill>
                  <a:srgbClr val="FFFFFF"/>
                </a:solidFill>
                <a:latin typeface="Urbanist ExtraBold"/>
                <a:ea typeface="Urbanist ExtraBold"/>
                <a:cs typeface="Urbanist ExtraBold"/>
                <a:sym typeface="Urbanist ExtraBold"/>
              </a:rPr>
              <a:t>Շնորհակալություն</a:t>
            </a:r>
            <a:endParaRPr b="0" i="0" sz="3000" u="none" cap="none" strike="noStrike">
              <a:solidFill>
                <a:srgbClr val="000000"/>
              </a:solidFill>
              <a:latin typeface="Arial"/>
              <a:ea typeface="Arial"/>
              <a:cs typeface="Arial"/>
              <a:sym typeface="Arial"/>
            </a:endParaRPr>
          </a:p>
        </p:txBody>
      </p:sp>
      <p:sp>
        <p:nvSpPr>
          <p:cNvPr id="480" name="Google Shape;480;p65"/>
          <p:cNvSpPr txBox="1"/>
          <p:nvPr/>
        </p:nvSpPr>
        <p:spPr>
          <a:xfrm>
            <a:off x="5543230" y="2073612"/>
            <a:ext cx="1739100" cy="4041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4E586D"/>
              </a:buClr>
              <a:buSzPts val="1300"/>
              <a:buFont typeface="Arial"/>
              <a:buNone/>
            </a:pPr>
            <a:r>
              <a:rPr b="1" lang="ru" sz="1300">
                <a:solidFill>
                  <a:srgbClr val="4E586D"/>
                </a:solidFill>
              </a:rPr>
              <a:t>Կոնտակտներ</a:t>
            </a:r>
            <a:endParaRPr b="0" i="0" sz="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4E586D"/>
              </a:buClr>
              <a:buSzPts val="1100"/>
              <a:buFont typeface="Arial"/>
              <a:buNone/>
            </a:pPr>
            <a:r>
              <a:rPr lang="ru" sz="1100">
                <a:solidFill>
                  <a:srgbClr val="4E586D"/>
                </a:solidFill>
              </a:rPr>
              <a:t>Ուսուցչի կոնտակտներ</a:t>
            </a:r>
            <a:endParaRPr b="0" i="0" sz="5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